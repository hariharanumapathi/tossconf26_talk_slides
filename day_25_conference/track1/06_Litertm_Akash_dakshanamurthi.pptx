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88" r:id="rId2"/>
    <p:sldId id="425" r:id="rId3"/>
    <p:sldId id="434" r:id="rId4"/>
    <p:sldId id="435" r:id="rId5"/>
    <p:sldId id="437" r:id="rId6"/>
    <p:sldId id="438" r:id="rId7"/>
    <p:sldId id="439" r:id="rId8"/>
    <p:sldId id="440" r:id="rId9"/>
    <p:sldId id="441" r:id="rId10"/>
    <p:sldId id="442" r:id="rId11"/>
    <p:sldId id="443" r:id="rId12"/>
    <p:sldId id="444" r:id="rId13"/>
    <p:sldId id="430" r:id="rId14"/>
    <p:sldId id="433" r:id="rId15"/>
    <p:sldId id="276" r:id="rId16"/>
    <p:sldId id="426" r:id="rId17"/>
    <p:sldId id="427" r:id="rId18"/>
    <p:sldId id="428" r:id="rId19"/>
    <p:sldId id="429" r:id="rId20"/>
    <p:sldId id="432" r:id="rId21"/>
    <p:sldId id="431" r:id="rId22"/>
    <p:sldId id="42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9A361F-F153-44B5-9F7E-4BAFA1F26829}" v="18" dt="2026-07-23T18:39:09.5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kash Dhakshnamoorthy" userId="b75e609f-f598-4aa8-b248-2dd33704270f" providerId="ADAL" clId="{717FBFEB-9C85-41DE-8DAA-50AFF39198EC}"/>
    <pc:docChg chg="undo custSel addSld delSld modSld sldOrd">
      <pc:chgData name="Aakash Dhakshnamoorthy" userId="b75e609f-f598-4aa8-b248-2dd33704270f" providerId="ADAL" clId="{717FBFEB-9C85-41DE-8DAA-50AFF39198EC}" dt="2026-07-23T18:40:25.822" v="443" actId="47"/>
      <pc:docMkLst>
        <pc:docMk/>
      </pc:docMkLst>
      <pc:sldChg chg="del">
        <pc:chgData name="Aakash Dhakshnamoorthy" userId="b75e609f-f598-4aa8-b248-2dd33704270f" providerId="ADAL" clId="{717FBFEB-9C85-41DE-8DAA-50AFF39198EC}" dt="2026-07-23T18:40:20.259" v="442" actId="47"/>
        <pc:sldMkLst>
          <pc:docMk/>
          <pc:sldMk cId="0" sldId="261"/>
        </pc:sldMkLst>
      </pc:sldChg>
      <pc:sldChg chg="del">
        <pc:chgData name="Aakash Dhakshnamoorthy" userId="b75e609f-f598-4aa8-b248-2dd33704270f" providerId="ADAL" clId="{717FBFEB-9C85-41DE-8DAA-50AFF39198EC}" dt="2026-07-23T18:40:25.822" v="443" actId="47"/>
        <pc:sldMkLst>
          <pc:docMk/>
          <pc:sldMk cId="1921028643" sldId="275"/>
        </pc:sldMkLst>
      </pc:sldChg>
      <pc:sldChg chg="addSp delSp modSp add del mod">
        <pc:chgData name="Aakash Dhakshnamoorthy" userId="b75e609f-f598-4aa8-b248-2dd33704270f" providerId="ADAL" clId="{717FBFEB-9C85-41DE-8DAA-50AFF39198EC}" dt="2026-07-23T18:31:01.906" v="315" actId="1076"/>
        <pc:sldMkLst>
          <pc:docMk/>
          <pc:sldMk cId="2391688144" sldId="276"/>
        </pc:sldMkLst>
        <pc:spChg chg="del">
          <ac:chgData name="Aakash Dhakshnamoorthy" userId="b75e609f-f598-4aa8-b248-2dd33704270f" providerId="ADAL" clId="{717FBFEB-9C85-41DE-8DAA-50AFF39198EC}" dt="2026-07-23T11:52:19.698" v="18" actId="478"/>
          <ac:spMkLst>
            <pc:docMk/>
            <pc:sldMk cId="2391688144" sldId="276"/>
            <ac:spMk id="2" creationId="{4E963A78-94EC-67CE-7C20-022B4D6ADC58}"/>
          </ac:spMkLst>
        </pc:spChg>
        <pc:spChg chg="add del mod">
          <ac:chgData name="Aakash Dhakshnamoorthy" userId="b75e609f-f598-4aa8-b248-2dd33704270f" providerId="ADAL" clId="{717FBFEB-9C85-41DE-8DAA-50AFF39198EC}" dt="2026-07-23T11:58:46.552" v="35"/>
          <ac:spMkLst>
            <pc:docMk/>
            <pc:sldMk cId="2391688144" sldId="276"/>
            <ac:spMk id="6" creationId="{8CF86C2B-784F-6FBC-953C-C634F3790844}"/>
          </ac:spMkLst>
        </pc:spChg>
        <pc:spChg chg="add del mod">
          <ac:chgData name="Aakash Dhakshnamoorthy" userId="b75e609f-f598-4aa8-b248-2dd33704270f" providerId="ADAL" clId="{717FBFEB-9C85-41DE-8DAA-50AFF39198EC}" dt="2026-07-23T11:59:43.265" v="42" actId="478"/>
          <ac:spMkLst>
            <pc:docMk/>
            <pc:sldMk cId="2391688144" sldId="276"/>
            <ac:spMk id="8" creationId="{8FDA35CC-2961-B463-93E6-0FE34EC6113E}"/>
          </ac:spMkLst>
        </pc:spChg>
        <pc:spChg chg="add mod">
          <ac:chgData name="Aakash Dhakshnamoorthy" userId="b75e609f-f598-4aa8-b248-2dd33704270f" providerId="ADAL" clId="{717FBFEB-9C85-41DE-8DAA-50AFF39198EC}" dt="2026-07-23T18:31:01.906" v="315" actId="1076"/>
          <ac:spMkLst>
            <pc:docMk/>
            <pc:sldMk cId="2391688144" sldId="276"/>
            <ac:spMk id="10" creationId="{4C687F2D-9768-4498-A531-1F12DA2EBF6C}"/>
          </ac:spMkLst>
        </pc:spChg>
        <pc:spChg chg="add del">
          <ac:chgData name="Aakash Dhakshnamoorthy" userId="b75e609f-f598-4aa8-b248-2dd33704270f" providerId="ADAL" clId="{717FBFEB-9C85-41DE-8DAA-50AFF39198EC}" dt="2026-07-23T18:30:23.237" v="302" actId="22"/>
          <ac:spMkLst>
            <pc:docMk/>
            <pc:sldMk cId="2391688144" sldId="276"/>
            <ac:spMk id="12" creationId="{60C7893F-3037-F10F-A274-19A672C422FB}"/>
          </ac:spMkLst>
        </pc:spChg>
        <pc:picChg chg="add del mod">
          <ac:chgData name="Aakash Dhakshnamoorthy" userId="b75e609f-f598-4aa8-b248-2dd33704270f" providerId="ADAL" clId="{717FBFEB-9C85-41DE-8DAA-50AFF39198EC}" dt="2026-07-23T18:30:14.037" v="297" actId="1076"/>
          <ac:picMkLst>
            <pc:docMk/>
            <pc:sldMk cId="2391688144" sldId="276"/>
            <ac:picMk id="4" creationId="{35996D49-81D2-0904-7905-B8C5E621CE3A}"/>
          </ac:picMkLst>
        </pc:picChg>
        <pc:picChg chg="del">
          <ac:chgData name="Aakash Dhakshnamoorthy" userId="b75e609f-f598-4aa8-b248-2dd33704270f" providerId="ADAL" clId="{717FBFEB-9C85-41DE-8DAA-50AFF39198EC}" dt="2026-07-23T11:52:16.019" v="17" actId="478"/>
          <ac:picMkLst>
            <pc:docMk/>
            <pc:sldMk cId="2391688144" sldId="276"/>
            <ac:picMk id="1026" creationId="{EB89A4A8-725E-227C-4DD4-32D21B3D6BDE}"/>
          </ac:picMkLst>
        </pc:picChg>
      </pc:sldChg>
      <pc:sldChg chg="del">
        <pc:chgData name="Aakash Dhakshnamoorthy" userId="b75e609f-f598-4aa8-b248-2dd33704270f" providerId="ADAL" clId="{717FBFEB-9C85-41DE-8DAA-50AFF39198EC}" dt="2026-07-23T18:40:20.259" v="442" actId="47"/>
        <pc:sldMkLst>
          <pc:docMk/>
          <pc:sldMk cId="4053459316" sldId="277"/>
        </pc:sldMkLst>
      </pc:sldChg>
      <pc:sldChg chg="del">
        <pc:chgData name="Aakash Dhakshnamoorthy" userId="b75e609f-f598-4aa8-b248-2dd33704270f" providerId="ADAL" clId="{717FBFEB-9C85-41DE-8DAA-50AFF39198EC}" dt="2026-07-23T18:40:20.259" v="442" actId="47"/>
        <pc:sldMkLst>
          <pc:docMk/>
          <pc:sldMk cId="3408848605" sldId="278"/>
        </pc:sldMkLst>
      </pc:sldChg>
      <pc:sldChg chg="del">
        <pc:chgData name="Aakash Dhakshnamoorthy" userId="b75e609f-f598-4aa8-b248-2dd33704270f" providerId="ADAL" clId="{717FBFEB-9C85-41DE-8DAA-50AFF39198EC}" dt="2026-07-23T18:40:20.259" v="442" actId="47"/>
        <pc:sldMkLst>
          <pc:docMk/>
          <pc:sldMk cId="62049974" sldId="280"/>
        </pc:sldMkLst>
      </pc:sldChg>
      <pc:sldChg chg="del">
        <pc:chgData name="Aakash Dhakshnamoorthy" userId="b75e609f-f598-4aa8-b248-2dd33704270f" providerId="ADAL" clId="{717FBFEB-9C85-41DE-8DAA-50AFF39198EC}" dt="2026-07-23T18:40:20.259" v="442" actId="47"/>
        <pc:sldMkLst>
          <pc:docMk/>
          <pc:sldMk cId="2669614471" sldId="281"/>
        </pc:sldMkLst>
      </pc:sldChg>
      <pc:sldChg chg="del">
        <pc:chgData name="Aakash Dhakshnamoorthy" userId="b75e609f-f598-4aa8-b248-2dd33704270f" providerId="ADAL" clId="{717FBFEB-9C85-41DE-8DAA-50AFF39198EC}" dt="2026-07-23T18:40:20.259" v="442" actId="47"/>
        <pc:sldMkLst>
          <pc:docMk/>
          <pc:sldMk cId="1945831452" sldId="282"/>
        </pc:sldMkLst>
      </pc:sldChg>
      <pc:sldChg chg="del">
        <pc:chgData name="Aakash Dhakshnamoorthy" userId="b75e609f-f598-4aa8-b248-2dd33704270f" providerId="ADAL" clId="{717FBFEB-9C85-41DE-8DAA-50AFF39198EC}" dt="2026-07-23T18:40:20.259" v="442" actId="47"/>
        <pc:sldMkLst>
          <pc:docMk/>
          <pc:sldMk cId="2258444746" sldId="283"/>
        </pc:sldMkLst>
      </pc:sldChg>
      <pc:sldChg chg="del">
        <pc:chgData name="Aakash Dhakshnamoorthy" userId="b75e609f-f598-4aa8-b248-2dd33704270f" providerId="ADAL" clId="{717FBFEB-9C85-41DE-8DAA-50AFF39198EC}" dt="2026-07-23T18:40:20.259" v="442" actId="47"/>
        <pc:sldMkLst>
          <pc:docMk/>
          <pc:sldMk cId="1434332259" sldId="284"/>
        </pc:sldMkLst>
      </pc:sldChg>
      <pc:sldChg chg="del">
        <pc:chgData name="Aakash Dhakshnamoorthy" userId="b75e609f-f598-4aa8-b248-2dd33704270f" providerId="ADAL" clId="{717FBFEB-9C85-41DE-8DAA-50AFF39198EC}" dt="2026-07-23T18:40:20.259" v="442" actId="47"/>
        <pc:sldMkLst>
          <pc:docMk/>
          <pc:sldMk cId="3646096193" sldId="286"/>
        </pc:sldMkLst>
      </pc:sldChg>
      <pc:sldChg chg="del">
        <pc:chgData name="Aakash Dhakshnamoorthy" userId="b75e609f-f598-4aa8-b248-2dd33704270f" providerId="ADAL" clId="{717FBFEB-9C85-41DE-8DAA-50AFF39198EC}" dt="2026-07-23T18:40:20.259" v="442" actId="47"/>
        <pc:sldMkLst>
          <pc:docMk/>
          <pc:sldMk cId="3981646936" sldId="287"/>
        </pc:sldMkLst>
      </pc:sldChg>
      <pc:sldChg chg="delSp mod">
        <pc:chgData name="Aakash Dhakshnamoorthy" userId="b75e609f-f598-4aa8-b248-2dd33704270f" providerId="ADAL" clId="{717FBFEB-9C85-41DE-8DAA-50AFF39198EC}" dt="2026-07-23T11:51:16.015" v="0" actId="478"/>
        <pc:sldMkLst>
          <pc:docMk/>
          <pc:sldMk cId="726097022" sldId="288"/>
        </pc:sldMkLst>
        <pc:picChg chg="del">
          <ac:chgData name="Aakash Dhakshnamoorthy" userId="b75e609f-f598-4aa8-b248-2dd33704270f" providerId="ADAL" clId="{717FBFEB-9C85-41DE-8DAA-50AFF39198EC}" dt="2026-07-23T11:51:16.015" v="0" actId="478"/>
          <ac:picMkLst>
            <pc:docMk/>
            <pc:sldMk cId="726097022" sldId="288"/>
            <ac:picMk id="6" creationId="{DEB013AB-23E7-8CF5-BE53-B9853DB6FCAB}"/>
          </ac:picMkLst>
        </pc:picChg>
      </pc:sldChg>
      <pc:sldChg chg="del">
        <pc:chgData name="Aakash Dhakshnamoorthy" userId="b75e609f-f598-4aa8-b248-2dd33704270f" providerId="ADAL" clId="{717FBFEB-9C85-41DE-8DAA-50AFF39198EC}" dt="2026-07-23T18:40:20.259" v="442" actId="47"/>
        <pc:sldMkLst>
          <pc:docMk/>
          <pc:sldMk cId="2017625790" sldId="424"/>
        </pc:sldMkLst>
      </pc:sldChg>
      <pc:sldChg chg="addSp delSp modSp add mod">
        <pc:chgData name="Aakash Dhakshnamoorthy" userId="b75e609f-f598-4aa8-b248-2dd33704270f" providerId="ADAL" clId="{717FBFEB-9C85-41DE-8DAA-50AFF39198EC}" dt="2026-07-23T18:04:58.847" v="94" actId="1076"/>
        <pc:sldMkLst>
          <pc:docMk/>
          <pc:sldMk cId="520737360" sldId="425"/>
        </pc:sldMkLst>
        <pc:spChg chg="add mod">
          <ac:chgData name="Aakash Dhakshnamoorthy" userId="b75e609f-f598-4aa8-b248-2dd33704270f" providerId="ADAL" clId="{717FBFEB-9C85-41DE-8DAA-50AFF39198EC}" dt="2026-07-23T15:46:22.094" v="71"/>
          <ac:spMkLst>
            <pc:docMk/>
            <pc:sldMk cId="520737360" sldId="425"/>
            <ac:spMk id="5" creationId="{992D83AE-BDC6-C287-B9F1-83B32591572A}"/>
          </ac:spMkLst>
        </pc:spChg>
        <pc:spChg chg="del mod">
          <ac:chgData name="Aakash Dhakshnamoorthy" userId="b75e609f-f598-4aa8-b248-2dd33704270f" providerId="ADAL" clId="{717FBFEB-9C85-41DE-8DAA-50AFF39198EC}" dt="2026-07-23T18:04:56.907" v="93" actId="478"/>
          <ac:spMkLst>
            <pc:docMk/>
            <pc:sldMk cId="520737360" sldId="425"/>
            <ac:spMk id="2905" creationId="{A44900E4-17EF-80EB-1680-98CE6B580AFB}"/>
          </ac:spMkLst>
        </pc:spChg>
        <pc:picChg chg="add del mod">
          <ac:chgData name="Aakash Dhakshnamoorthy" userId="b75e609f-f598-4aa8-b248-2dd33704270f" providerId="ADAL" clId="{717FBFEB-9C85-41DE-8DAA-50AFF39198EC}" dt="2026-07-23T18:04:45.734" v="89" actId="478"/>
          <ac:picMkLst>
            <pc:docMk/>
            <pc:sldMk cId="520737360" sldId="425"/>
            <ac:picMk id="2" creationId="{7D7D162F-679F-5DBE-701C-EB1E2CC58C0C}"/>
          </ac:picMkLst>
        </pc:picChg>
        <pc:picChg chg="del">
          <ac:chgData name="Aakash Dhakshnamoorthy" userId="b75e609f-f598-4aa8-b248-2dd33704270f" providerId="ADAL" clId="{717FBFEB-9C85-41DE-8DAA-50AFF39198EC}" dt="2026-07-23T11:51:25.333" v="2" actId="478"/>
          <ac:picMkLst>
            <pc:docMk/>
            <pc:sldMk cId="520737360" sldId="425"/>
            <ac:picMk id="3" creationId="{D7D8B0E8-58ED-DF77-6020-B47D89B8FF82}"/>
          </ac:picMkLst>
        </pc:picChg>
        <pc:picChg chg="add mod">
          <ac:chgData name="Aakash Dhakshnamoorthy" userId="b75e609f-f598-4aa8-b248-2dd33704270f" providerId="ADAL" clId="{717FBFEB-9C85-41DE-8DAA-50AFF39198EC}" dt="2026-07-23T18:04:58.847" v="94" actId="1076"/>
          <ac:picMkLst>
            <pc:docMk/>
            <pc:sldMk cId="520737360" sldId="425"/>
            <ac:picMk id="7" creationId="{248EF3C2-3A24-FFF4-2E6C-29CBB30DE76F}"/>
          </ac:picMkLst>
        </pc:picChg>
      </pc:sldChg>
      <pc:sldChg chg="addSp delSp modSp add mod">
        <pc:chgData name="Aakash Dhakshnamoorthy" userId="b75e609f-f598-4aa8-b248-2dd33704270f" providerId="ADAL" clId="{717FBFEB-9C85-41DE-8DAA-50AFF39198EC}" dt="2026-07-23T18:32:46.867" v="330" actId="1076"/>
        <pc:sldMkLst>
          <pc:docMk/>
          <pc:sldMk cId="3973695598" sldId="426"/>
        </pc:sldMkLst>
        <pc:spChg chg="add mod">
          <ac:chgData name="Aakash Dhakshnamoorthy" userId="b75e609f-f598-4aa8-b248-2dd33704270f" providerId="ADAL" clId="{717FBFEB-9C85-41DE-8DAA-50AFF39198EC}" dt="2026-07-23T18:32:46.867" v="330" actId="1076"/>
          <ac:spMkLst>
            <pc:docMk/>
            <pc:sldMk cId="3973695598" sldId="426"/>
            <ac:spMk id="6" creationId="{E26D3D2B-A42A-A8E9-DFE7-AC0DE50F747C}"/>
          </ac:spMkLst>
        </pc:spChg>
        <pc:spChg chg="del">
          <ac:chgData name="Aakash Dhakshnamoorthy" userId="b75e609f-f598-4aa8-b248-2dd33704270f" providerId="ADAL" clId="{717FBFEB-9C85-41DE-8DAA-50AFF39198EC}" dt="2026-07-23T12:11:14.207" v="48" actId="478"/>
          <ac:spMkLst>
            <pc:docMk/>
            <pc:sldMk cId="3973695598" sldId="426"/>
            <ac:spMk id="8" creationId="{E67A99CD-5A6A-BD45-709B-0CEC4D0E4AD6}"/>
          </ac:spMkLst>
        </pc:spChg>
        <pc:picChg chg="add mod">
          <ac:chgData name="Aakash Dhakshnamoorthy" userId="b75e609f-f598-4aa8-b248-2dd33704270f" providerId="ADAL" clId="{717FBFEB-9C85-41DE-8DAA-50AFF39198EC}" dt="2026-07-23T18:31:58.542" v="320" actId="1076"/>
          <ac:picMkLst>
            <pc:docMk/>
            <pc:sldMk cId="3973695598" sldId="426"/>
            <ac:picMk id="3" creationId="{5863A013-C08B-9CDD-C4BE-8A06138DCC88}"/>
          </ac:picMkLst>
        </pc:picChg>
        <pc:picChg chg="del">
          <ac:chgData name="Aakash Dhakshnamoorthy" userId="b75e609f-f598-4aa8-b248-2dd33704270f" providerId="ADAL" clId="{717FBFEB-9C85-41DE-8DAA-50AFF39198EC}" dt="2026-07-23T12:11:07.668" v="46" actId="478"/>
          <ac:picMkLst>
            <pc:docMk/>
            <pc:sldMk cId="3973695598" sldId="426"/>
            <ac:picMk id="4" creationId="{394BD2B0-6722-588A-DE82-63CDC98FB44E}"/>
          </ac:picMkLst>
        </pc:picChg>
      </pc:sldChg>
      <pc:sldChg chg="addSp delSp modSp add mod">
        <pc:chgData name="Aakash Dhakshnamoorthy" userId="b75e609f-f598-4aa8-b248-2dd33704270f" providerId="ADAL" clId="{717FBFEB-9C85-41DE-8DAA-50AFF39198EC}" dt="2026-07-23T18:33:15.872" v="349" actId="1076"/>
        <pc:sldMkLst>
          <pc:docMk/>
          <pc:sldMk cId="896954225" sldId="427"/>
        </pc:sldMkLst>
        <pc:spChg chg="add mod">
          <ac:chgData name="Aakash Dhakshnamoorthy" userId="b75e609f-f598-4aa8-b248-2dd33704270f" providerId="ADAL" clId="{717FBFEB-9C85-41DE-8DAA-50AFF39198EC}" dt="2026-07-23T12:26:37.410" v="56"/>
          <ac:spMkLst>
            <pc:docMk/>
            <pc:sldMk cId="896954225" sldId="427"/>
            <ac:spMk id="6" creationId="{42155031-FFB3-B597-3876-8135C5EF4822}"/>
          </ac:spMkLst>
        </pc:spChg>
        <pc:spChg chg="add mod">
          <ac:chgData name="Aakash Dhakshnamoorthy" userId="b75e609f-f598-4aa8-b248-2dd33704270f" providerId="ADAL" clId="{717FBFEB-9C85-41DE-8DAA-50AFF39198EC}" dt="2026-07-23T18:33:15.872" v="349" actId="1076"/>
          <ac:spMkLst>
            <pc:docMk/>
            <pc:sldMk cId="896954225" sldId="427"/>
            <ac:spMk id="8" creationId="{18020DFB-F341-D450-1F63-53B6F6194621}"/>
          </ac:spMkLst>
        </pc:spChg>
        <pc:picChg chg="del">
          <ac:chgData name="Aakash Dhakshnamoorthy" userId="b75e609f-f598-4aa8-b248-2dd33704270f" providerId="ADAL" clId="{717FBFEB-9C85-41DE-8DAA-50AFF39198EC}" dt="2026-07-23T12:26:14.844" v="50" actId="478"/>
          <ac:picMkLst>
            <pc:docMk/>
            <pc:sldMk cId="896954225" sldId="427"/>
            <ac:picMk id="3" creationId="{F5968D06-C319-8299-77E3-BCC19389D28F}"/>
          </ac:picMkLst>
        </pc:picChg>
        <pc:picChg chg="add mod">
          <ac:chgData name="Aakash Dhakshnamoorthy" userId="b75e609f-f598-4aa8-b248-2dd33704270f" providerId="ADAL" clId="{717FBFEB-9C85-41DE-8DAA-50AFF39198EC}" dt="2026-07-23T18:32:54.018" v="331" actId="1076"/>
          <ac:picMkLst>
            <pc:docMk/>
            <pc:sldMk cId="896954225" sldId="427"/>
            <ac:picMk id="4" creationId="{F12EEDBD-DF7B-55D1-CD5A-6E4C79EC4722}"/>
          </ac:picMkLst>
        </pc:picChg>
      </pc:sldChg>
      <pc:sldChg chg="addSp delSp modSp add mod">
        <pc:chgData name="Aakash Dhakshnamoorthy" userId="b75e609f-f598-4aa8-b248-2dd33704270f" providerId="ADAL" clId="{717FBFEB-9C85-41DE-8DAA-50AFF39198EC}" dt="2026-07-23T18:34:40.978" v="396" actId="1076"/>
        <pc:sldMkLst>
          <pc:docMk/>
          <pc:sldMk cId="2737454550" sldId="428"/>
        </pc:sldMkLst>
        <pc:spChg chg="mod">
          <ac:chgData name="Aakash Dhakshnamoorthy" userId="b75e609f-f598-4aa8-b248-2dd33704270f" providerId="ADAL" clId="{717FBFEB-9C85-41DE-8DAA-50AFF39198EC}" dt="2026-07-23T12:32:27.282" v="62"/>
          <ac:spMkLst>
            <pc:docMk/>
            <pc:sldMk cId="2737454550" sldId="428"/>
            <ac:spMk id="6" creationId="{6EE05DF7-CC84-A803-536C-283489950A3E}"/>
          </ac:spMkLst>
        </pc:spChg>
        <pc:spChg chg="add mod">
          <ac:chgData name="Aakash Dhakshnamoorthy" userId="b75e609f-f598-4aa8-b248-2dd33704270f" providerId="ADAL" clId="{717FBFEB-9C85-41DE-8DAA-50AFF39198EC}" dt="2026-07-23T18:34:18.733" v="382" actId="20577"/>
          <ac:spMkLst>
            <pc:docMk/>
            <pc:sldMk cId="2737454550" sldId="428"/>
            <ac:spMk id="9" creationId="{FF1E94B0-C979-D52F-FAB4-D3ED0E235F7F}"/>
          </ac:spMkLst>
        </pc:spChg>
        <pc:spChg chg="add mod">
          <ac:chgData name="Aakash Dhakshnamoorthy" userId="b75e609f-f598-4aa8-b248-2dd33704270f" providerId="ADAL" clId="{717FBFEB-9C85-41DE-8DAA-50AFF39198EC}" dt="2026-07-23T18:34:35.972" v="395" actId="1076"/>
          <ac:spMkLst>
            <pc:docMk/>
            <pc:sldMk cId="2737454550" sldId="428"/>
            <ac:spMk id="11" creationId="{DE03A46D-040A-E36C-CCE3-273D5946DC0B}"/>
          </ac:spMkLst>
        </pc:spChg>
        <pc:picChg chg="add mod">
          <ac:chgData name="Aakash Dhakshnamoorthy" userId="b75e609f-f598-4aa8-b248-2dd33704270f" providerId="ADAL" clId="{717FBFEB-9C85-41DE-8DAA-50AFF39198EC}" dt="2026-07-23T18:33:49.912" v="356" actId="1076"/>
          <ac:picMkLst>
            <pc:docMk/>
            <pc:sldMk cId="2737454550" sldId="428"/>
            <ac:picMk id="3" creationId="{A769870D-A9C0-F5DD-C602-DD30B4E6D6EC}"/>
          </ac:picMkLst>
        </pc:picChg>
        <pc:picChg chg="del">
          <ac:chgData name="Aakash Dhakshnamoorthy" userId="b75e609f-f598-4aa8-b248-2dd33704270f" providerId="ADAL" clId="{717FBFEB-9C85-41DE-8DAA-50AFF39198EC}" dt="2026-07-23T12:32:11.608" v="58" actId="478"/>
          <ac:picMkLst>
            <pc:docMk/>
            <pc:sldMk cId="2737454550" sldId="428"/>
            <ac:picMk id="4" creationId="{4D6E007F-C27A-D6C7-06C2-05BE7F753223}"/>
          </ac:picMkLst>
        </pc:picChg>
        <pc:picChg chg="add mod">
          <ac:chgData name="Aakash Dhakshnamoorthy" userId="b75e609f-f598-4aa8-b248-2dd33704270f" providerId="ADAL" clId="{717FBFEB-9C85-41DE-8DAA-50AFF39198EC}" dt="2026-07-23T18:34:40.978" v="396" actId="1076"/>
          <ac:picMkLst>
            <pc:docMk/>
            <pc:sldMk cId="2737454550" sldId="428"/>
            <ac:picMk id="7" creationId="{B830A2C8-445F-36E1-9698-9D45DCA0B37E}"/>
          </ac:picMkLst>
        </pc:picChg>
      </pc:sldChg>
      <pc:sldChg chg="addSp delSp modSp add mod">
        <pc:chgData name="Aakash Dhakshnamoorthy" userId="b75e609f-f598-4aa8-b248-2dd33704270f" providerId="ADAL" clId="{717FBFEB-9C85-41DE-8DAA-50AFF39198EC}" dt="2026-07-23T18:36:03.804" v="401" actId="1076"/>
        <pc:sldMkLst>
          <pc:docMk/>
          <pc:sldMk cId="2930770758" sldId="429"/>
        </pc:sldMkLst>
        <pc:spChg chg="del">
          <ac:chgData name="Aakash Dhakshnamoorthy" userId="b75e609f-f598-4aa8-b248-2dd33704270f" providerId="ADAL" clId="{717FBFEB-9C85-41DE-8DAA-50AFF39198EC}" dt="2026-07-23T15:34:45.463" v="69" actId="478"/>
          <ac:spMkLst>
            <pc:docMk/>
            <pc:sldMk cId="2930770758" sldId="429"/>
            <ac:spMk id="6" creationId="{004D3D32-F3A5-1529-F019-7E4B741173A5}"/>
          </ac:spMkLst>
        </pc:spChg>
        <pc:picChg chg="del">
          <ac:chgData name="Aakash Dhakshnamoorthy" userId="b75e609f-f598-4aa8-b248-2dd33704270f" providerId="ADAL" clId="{717FBFEB-9C85-41DE-8DAA-50AFF39198EC}" dt="2026-07-23T15:34:37.941" v="66" actId="478"/>
          <ac:picMkLst>
            <pc:docMk/>
            <pc:sldMk cId="2930770758" sldId="429"/>
            <ac:picMk id="3" creationId="{0E46F604-FED3-6128-E34D-DE83EE61EEE1}"/>
          </ac:picMkLst>
        </pc:picChg>
        <pc:picChg chg="add mod">
          <ac:chgData name="Aakash Dhakshnamoorthy" userId="b75e609f-f598-4aa8-b248-2dd33704270f" providerId="ADAL" clId="{717FBFEB-9C85-41DE-8DAA-50AFF39198EC}" dt="2026-07-23T18:35:54.845" v="397" actId="1076"/>
          <ac:picMkLst>
            <pc:docMk/>
            <pc:sldMk cId="2930770758" sldId="429"/>
            <ac:picMk id="4" creationId="{6C3D891F-D724-3014-C732-7EB460465734}"/>
          </ac:picMkLst>
        </pc:picChg>
        <pc:picChg chg="del">
          <ac:chgData name="Aakash Dhakshnamoorthy" userId="b75e609f-f598-4aa8-b248-2dd33704270f" providerId="ADAL" clId="{717FBFEB-9C85-41DE-8DAA-50AFF39198EC}" dt="2026-07-23T15:34:39.907" v="67" actId="478"/>
          <ac:picMkLst>
            <pc:docMk/>
            <pc:sldMk cId="2930770758" sldId="429"/>
            <ac:picMk id="7" creationId="{812387BE-85B9-0888-6803-F43B7F74A274}"/>
          </ac:picMkLst>
        </pc:picChg>
        <pc:picChg chg="add mod">
          <ac:chgData name="Aakash Dhakshnamoorthy" userId="b75e609f-f598-4aa8-b248-2dd33704270f" providerId="ADAL" clId="{717FBFEB-9C85-41DE-8DAA-50AFF39198EC}" dt="2026-07-23T18:36:03.804" v="401" actId="1076"/>
          <ac:picMkLst>
            <pc:docMk/>
            <pc:sldMk cId="2930770758" sldId="429"/>
            <ac:picMk id="8" creationId="{AEDC4D0F-57D9-5B11-907C-317EB39DEC12}"/>
          </ac:picMkLst>
        </pc:picChg>
      </pc:sldChg>
      <pc:sldChg chg="addSp delSp modSp add mod ord setBg">
        <pc:chgData name="Aakash Dhakshnamoorthy" userId="b75e609f-f598-4aa8-b248-2dd33704270f" providerId="ADAL" clId="{717FBFEB-9C85-41DE-8DAA-50AFF39198EC}" dt="2026-07-23T18:39:57.450" v="441" actId="20577"/>
        <pc:sldMkLst>
          <pc:docMk/>
          <pc:sldMk cId="4252192726" sldId="430"/>
        </pc:sldMkLst>
        <pc:spChg chg="add">
          <ac:chgData name="Aakash Dhakshnamoorthy" userId="b75e609f-f598-4aa8-b248-2dd33704270f" providerId="ADAL" clId="{717FBFEB-9C85-41DE-8DAA-50AFF39198EC}" dt="2026-07-23T15:54:48.628" v="75" actId="26606"/>
          <ac:spMkLst>
            <pc:docMk/>
            <pc:sldMk cId="4252192726" sldId="430"/>
            <ac:spMk id="7" creationId="{7C1E5815-D54C-487F-A054-6D4930ADE3DF}"/>
          </ac:spMkLst>
        </pc:spChg>
        <pc:spChg chg="add mod">
          <ac:chgData name="Aakash Dhakshnamoorthy" userId="b75e609f-f598-4aa8-b248-2dd33704270f" providerId="ADAL" clId="{717FBFEB-9C85-41DE-8DAA-50AFF39198EC}" dt="2026-07-23T18:39:57.450" v="441" actId="20577"/>
          <ac:spMkLst>
            <pc:docMk/>
            <pc:sldMk cId="4252192726" sldId="430"/>
            <ac:spMk id="8" creationId="{D4A6F100-37CA-95AE-91E5-00CB159C7ADB}"/>
          </ac:spMkLst>
        </pc:spChg>
        <pc:spChg chg="add">
          <ac:chgData name="Aakash Dhakshnamoorthy" userId="b75e609f-f598-4aa8-b248-2dd33704270f" providerId="ADAL" clId="{717FBFEB-9C85-41DE-8DAA-50AFF39198EC}" dt="2026-07-23T15:54:48.628" v="75" actId="26606"/>
          <ac:spMkLst>
            <pc:docMk/>
            <pc:sldMk cId="4252192726" sldId="430"/>
            <ac:spMk id="9" creationId="{736F0DFD-0954-464F-BF12-DD2E6F6E0380}"/>
          </ac:spMkLst>
        </pc:spChg>
        <pc:graphicFrameChg chg="add mod modGraphic">
          <ac:chgData name="Aakash Dhakshnamoorthy" userId="b75e609f-f598-4aa8-b248-2dd33704270f" providerId="ADAL" clId="{717FBFEB-9C85-41DE-8DAA-50AFF39198EC}" dt="2026-07-23T18:39:17.214" v="418" actId="1076"/>
          <ac:graphicFrameMkLst>
            <pc:docMk/>
            <pc:sldMk cId="4252192726" sldId="430"/>
            <ac:graphicFrameMk id="2" creationId="{4F111B28-50E1-06ED-5465-E18FC2687F11}"/>
          </ac:graphicFrameMkLst>
        </pc:graphicFrameChg>
        <pc:picChg chg="del">
          <ac:chgData name="Aakash Dhakshnamoorthy" userId="b75e609f-f598-4aa8-b248-2dd33704270f" providerId="ADAL" clId="{717FBFEB-9C85-41DE-8DAA-50AFF39198EC}" dt="2026-07-23T15:54:41.652" v="73" actId="478"/>
          <ac:picMkLst>
            <pc:docMk/>
            <pc:sldMk cId="4252192726" sldId="430"/>
            <ac:picMk id="4" creationId="{B80A550A-55CC-D093-608A-5D7FBE8297F0}"/>
          </ac:picMkLst>
        </pc:picChg>
        <pc:picChg chg="add del">
          <ac:chgData name="Aakash Dhakshnamoorthy" userId="b75e609f-f598-4aa8-b248-2dd33704270f" providerId="ADAL" clId="{717FBFEB-9C85-41DE-8DAA-50AFF39198EC}" dt="2026-07-23T18:39:30.188" v="420" actId="22"/>
          <ac:picMkLst>
            <pc:docMk/>
            <pc:sldMk cId="4252192726" sldId="430"/>
            <ac:picMk id="5" creationId="{0C4A5442-D3A4-7019-5830-A04AEA185FC0}"/>
          </ac:picMkLst>
        </pc:picChg>
      </pc:sldChg>
      <pc:sldChg chg="addSp delSp modSp add mod">
        <pc:chgData name="Aakash Dhakshnamoorthy" userId="b75e609f-f598-4aa8-b248-2dd33704270f" providerId="ADAL" clId="{717FBFEB-9C85-41DE-8DAA-50AFF39198EC}" dt="2026-07-23T18:38:02.709" v="407" actId="1076"/>
        <pc:sldMkLst>
          <pc:docMk/>
          <pc:sldMk cId="3580885207" sldId="431"/>
        </pc:sldMkLst>
        <pc:picChg chg="add mod">
          <ac:chgData name="Aakash Dhakshnamoorthy" userId="b75e609f-f598-4aa8-b248-2dd33704270f" providerId="ADAL" clId="{717FBFEB-9C85-41DE-8DAA-50AFF39198EC}" dt="2026-07-23T18:37:56.363" v="405" actId="1076"/>
          <ac:picMkLst>
            <pc:docMk/>
            <pc:sldMk cId="3580885207" sldId="431"/>
            <ac:picMk id="3" creationId="{59C3DE1A-7F38-5305-1825-D0BD6C5B840B}"/>
          </ac:picMkLst>
        </pc:picChg>
        <pc:picChg chg="del">
          <ac:chgData name="Aakash Dhakshnamoorthy" userId="b75e609f-f598-4aa8-b248-2dd33704270f" providerId="ADAL" clId="{717FBFEB-9C85-41DE-8DAA-50AFF39198EC}" dt="2026-07-23T17:44:31.453" v="78" actId="478"/>
          <ac:picMkLst>
            <pc:docMk/>
            <pc:sldMk cId="3580885207" sldId="431"/>
            <ac:picMk id="4" creationId="{D3194FAF-340C-5885-69FF-D0BC8E6D8E5E}"/>
          </ac:picMkLst>
        </pc:picChg>
        <pc:picChg chg="add mod">
          <ac:chgData name="Aakash Dhakshnamoorthy" userId="b75e609f-f598-4aa8-b248-2dd33704270f" providerId="ADAL" clId="{717FBFEB-9C85-41DE-8DAA-50AFF39198EC}" dt="2026-07-23T18:38:02.709" v="407" actId="1076"/>
          <ac:picMkLst>
            <pc:docMk/>
            <pc:sldMk cId="3580885207" sldId="431"/>
            <ac:picMk id="6" creationId="{8353F28A-746E-71E0-6302-FC57AC5B3EAC}"/>
          </ac:picMkLst>
        </pc:picChg>
      </pc:sldChg>
      <pc:sldChg chg="addSp delSp modSp add mod ord">
        <pc:chgData name="Aakash Dhakshnamoorthy" userId="b75e609f-f598-4aa8-b248-2dd33704270f" providerId="ADAL" clId="{717FBFEB-9C85-41DE-8DAA-50AFF39198EC}" dt="2026-07-23T18:37:27.185" v="404" actId="1076"/>
        <pc:sldMkLst>
          <pc:docMk/>
          <pc:sldMk cId="937702933" sldId="432"/>
        </pc:sldMkLst>
        <pc:picChg chg="del">
          <ac:chgData name="Aakash Dhakshnamoorthy" userId="b75e609f-f598-4aa8-b248-2dd33704270f" providerId="ADAL" clId="{717FBFEB-9C85-41DE-8DAA-50AFF39198EC}" dt="2026-07-23T17:47:21.183" v="82" actId="478"/>
          <ac:picMkLst>
            <pc:docMk/>
            <pc:sldMk cId="937702933" sldId="432"/>
            <ac:picMk id="3" creationId="{E7302C96-19FB-F864-E62D-3C012DFD83E7}"/>
          </ac:picMkLst>
        </pc:picChg>
        <pc:picChg chg="add mod">
          <ac:chgData name="Aakash Dhakshnamoorthy" userId="b75e609f-f598-4aa8-b248-2dd33704270f" providerId="ADAL" clId="{717FBFEB-9C85-41DE-8DAA-50AFF39198EC}" dt="2026-07-23T18:37:27.185" v="404" actId="1076"/>
          <ac:picMkLst>
            <pc:docMk/>
            <pc:sldMk cId="937702933" sldId="432"/>
            <ac:picMk id="4" creationId="{D984F384-F20F-17B8-3848-803AF94DB755}"/>
          </ac:picMkLst>
        </pc:picChg>
        <pc:picChg chg="add mod">
          <ac:chgData name="Aakash Dhakshnamoorthy" userId="b75e609f-f598-4aa8-b248-2dd33704270f" providerId="ADAL" clId="{717FBFEB-9C85-41DE-8DAA-50AFF39198EC}" dt="2026-07-23T18:37:25.822" v="403" actId="1076"/>
          <ac:picMkLst>
            <pc:docMk/>
            <pc:sldMk cId="937702933" sldId="432"/>
            <ac:picMk id="6" creationId="{89255703-6651-0990-59FD-5AB0DE0837DF}"/>
          </ac:picMkLst>
        </pc:picChg>
      </pc:sldChg>
      <pc:sldChg chg="modSp add mod ord">
        <pc:chgData name="Aakash Dhakshnamoorthy" userId="b75e609f-f598-4aa8-b248-2dd33704270f" providerId="ADAL" clId="{717FBFEB-9C85-41DE-8DAA-50AFF39198EC}" dt="2026-07-23T18:28:30.099" v="294" actId="20577"/>
        <pc:sldMkLst>
          <pc:docMk/>
          <pc:sldMk cId="2809171172" sldId="433"/>
        </pc:sldMkLst>
        <pc:spChg chg="mod">
          <ac:chgData name="Aakash Dhakshnamoorthy" userId="b75e609f-f598-4aa8-b248-2dd33704270f" providerId="ADAL" clId="{717FBFEB-9C85-41DE-8DAA-50AFF39198EC}" dt="2026-07-23T18:28:30.099" v="294" actId="20577"/>
          <ac:spMkLst>
            <pc:docMk/>
            <pc:sldMk cId="2809171172" sldId="433"/>
            <ac:spMk id="2905" creationId="{7A04933E-40C7-85DA-49A6-876545426D43}"/>
          </ac:spMkLst>
        </pc:spChg>
        <pc:picChg chg="mod">
          <ac:chgData name="Aakash Dhakshnamoorthy" userId="b75e609f-f598-4aa8-b248-2dd33704270f" providerId="ADAL" clId="{717FBFEB-9C85-41DE-8DAA-50AFF39198EC}" dt="2026-07-23T18:26:10.402" v="276" actId="1076"/>
          <ac:picMkLst>
            <pc:docMk/>
            <pc:sldMk cId="2809171172" sldId="433"/>
            <ac:picMk id="2" creationId="{584E0154-592E-7BA6-AFB7-A41243801730}"/>
          </ac:picMkLst>
        </pc:picChg>
      </pc:sldChg>
      <pc:sldChg chg="addSp delSp modSp add mod">
        <pc:chgData name="Aakash Dhakshnamoorthy" userId="b75e609f-f598-4aa8-b248-2dd33704270f" providerId="ADAL" clId="{717FBFEB-9C85-41DE-8DAA-50AFF39198EC}" dt="2026-07-23T18:05:18.129" v="98" actId="1076"/>
        <pc:sldMkLst>
          <pc:docMk/>
          <pc:sldMk cId="3180589891" sldId="434"/>
        </pc:sldMkLst>
        <pc:picChg chg="add mod">
          <ac:chgData name="Aakash Dhakshnamoorthy" userId="b75e609f-f598-4aa8-b248-2dd33704270f" providerId="ADAL" clId="{717FBFEB-9C85-41DE-8DAA-50AFF39198EC}" dt="2026-07-23T18:05:18.129" v="98" actId="1076"/>
          <ac:picMkLst>
            <pc:docMk/>
            <pc:sldMk cId="3180589891" sldId="434"/>
            <ac:picMk id="3" creationId="{2D8AE0E4-4378-0F89-3CF0-523CAE6F14A0}"/>
          </ac:picMkLst>
        </pc:picChg>
        <pc:picChg chg="del">
          <ac:chgData name="Aakash Dhakshnamoorthy" userId="b75e609f-f598-4aa8-b248-2dd33704270f" providerId="ADAL" clId="{717FBFEB-9C85-41DE-8DAA-50AFF39198EC}" dt="2026-07-23T18:05:16.526" v="96" actId="478"/>
          <ac:picMkLst>
            <pc:docMk/>
            <pc:sldMk cId="3180589891" sldId="434"/>
            <ac:picMk id="7" creationId="{6CCB35AD-46F8-3217-ED47-38F2F6755A4E}"/>
          </ac:picMkLst>
        </pc:picChg>
      </pc:sldChg>
      <pc:sldChg chg="addSp delSp modSp add mod">
        <pc:chgData name="Aakash Dhakshnamoorthy" userId="b75e609f-f598-4aa8-b248-2dd33704270f" providerId="ADAL" clId="{717FBFEB-9C85-41DE-8DAA-50AFF39198EC}" dt="2026-07-23T18:07:55.095" v="102" actId="1076"/>
        <pc:sldMkLst>
          <pc:docMk/>
          <pc:sldMk cId="4175799604" sldId="435"/>
        </pc:sldMkLst>
        <pc:picChg chg="del">
          <ac:chgData name="Aakash Dhakshnamoorthy" userId="b75e609f-f598-4aa8-b248-2dd33704270f" providerId="ADAL" clId="{717FBFEB-9C85-41DE-8DAA-50AFF39198EC}" dt="2026-07-23T18:07:53.359" v="100" actId="478"/>
          <ac:picMkLst>
            <pc:docMk/>
            <pc:sldMk cId="4175799604" sldId="435"/>
            <ac:picMk id="3" creationId="{2D842123-7752-4DA3-29B2-00B06D61D0E0}"/>
          </ac:picMkLst>
        </pc:picChg>
        <pc:picChg chg="add mod">
          <ac:chgData name="Aakash Dhakshnamoorthy" userId="b75e609f-f598-4aa8-b248-2dd33704270f" providerId="ADAL" clId="{717FBFEB-9C85-41DE-8DAA-50AFF39198EC}" dt="2026-07-23T18:07:55.095" v="102" actId="1076"/>
          <ac:picMkLst>
            <pc:docMk/>
            <pc:sldMk cId="4175799604" sldId="435"/>
            <ac:picMk id="4" creationId="{49913E45-55E5-69C1-B56D-8FFECC7019F9}"/>
          </ac:picMkLst>
        </pc:picChg>
      </pc:sldChg>
      <pc:sldChg chg="add del">
        <pc:chgData name="Aakash Dhakshnamoorthy" userId="b75e609f-f598-4aa8-b248-2dd33704270f" providerId="ADAL" clId="{717FBFEB-9C85-41DE-8DAA-50AFF39198EC}" dt="2026-07-23T18:12:52.832" v="105" actId="47"/>
        <pc:sldMkLst>
          <pc:docMk/>
          <pc:sldMk cId="1491774705" sldId="436"/>
        </pc:sldMkLst>
      </pc:sldChg>
      <pc:sldChg chg="modSp add mod">
        <pc:chgData name="Aakash Dhakshnamoorthy" userId="b75e609f-f598-4aa8-b248-2dd33704270f" providerId="ADAL" clId="{717FBFEB-9C85-41DE-8DAA-50AFF39198EC}" dt="2026-07-23T18:15:20.372" v="243" actId="1076"/>
        <pc:sldMkLst>
          <pc:docMk/>
          <pc:sldMk cId="500499193" sldId="437"/>
        </pc:sldMkLst>
        <pc:spChg chg="mod">
          <ac:chgData name="Aakash Dhakshnamoorthy" userId="b75e609f-f598-4aa8-b248-2dd33704270f" providerId="ADAL" clId="{717FBFEB-9C85-41DE-8DAA-50AFF39198EC}" dt="2026-07-23T18:15:20.372" v="243" actId="1076"/>
          <ac:spMkLst>
            <pc:docMk/>
            <pc:sldMk cId="500499193" sldId="437"/>
            <ac:spMk id="3" creationId="{29E08C59-8861-7DDF-292C-D62014C33871}"/>
          </ac:spMkLst>
        </pc:spChg>
        <pc:spChg chg="mod">
          <ac:chgData name="Aakash Dhakshnamoorthy" userId="b75e609f-f598-4aa8-b248-2dd33704270f" providerId="ADAL" clId="{717FBFEB-9C85-41DE-8DAA-50AFF39198EC}" dt="2026-07-23T18:15:13.074" v="241" actId="1076"/>
          <ac:spMkLst>
            <pc:docMk/>
            <pc:sldMk cId="500499193" sldId="437"/>
            <ac:spMk id="7" creationId="{9B5BDA3F-175E-FEE2-7F64-195DE324A51F}"/>
          </ac:spMkLst>
        </pc:spChg>
      </pc:sldChg>
      <pc:sldChg chg="addSp delSp modSp add mod setBg">
        <pc:chgData name="Aakash Dhakshnamoorthy" userId="b75e609f-f598-4aa8-b248-2dd33704270f" providerId="ADAL" clId="{717FBFEB-9C85-41DE-8DAA-50AFF39198EC}" dt="2026-07-23T18:16:00.012" v="252" actId="1076"/>
        <pc:sldMkLst>
          <pc:docMk/>
          <pc:sldMk cId="3515067456" sldId="438"/>
        </pc:sldMkLst>
        <pc:spChg chg="del">
          <ac:chgData name="Aakash Dhakshnamoorthy" userId="b75e609f-f598-4aa8-b248-2dd33704270f" providerId="ADAL" clId="{717FBFEB-9C85-41DE-8DAA-50AFF39198EC}" dt="2026-07-23T18:15:43.781" v="245" actId="478"/>
          <ac:spMkLst>
            <pc:docMk/>
            <pc:sldMk cId="3515067456" sldId="438"/>
            <ac:spMk id="3" creationId="{6C7E2785-F49C-99DA-A695-4F0B561F2566}"/>
          </ac:spMkLst>
        </pc:spChg>
        <pc:spChg chg="del">
          <ac:chgData name="Aakash Dhakshnamoorthy" userId="b75e609f-f598-4aa8-b248-2dd33704270f" providerId="ADAL" clId="{717FBFEB-9C85-41DE-8DAA-50AFF39198EC}" dt="2026-07-23T18:15:45.929" v="246" actId="478"/>
          <ac:spMkLst>
            <pc:docMk/>
            <pc:sldMk cId="3515067456" sldId="438"/>
            <ac:spMk id="7" creationId="{03A5EDE6-E840-0FED-49F4-423A91F18C30}"/>
          </ac:spMkLst>
        </pc:spChg>
        <pc:spChg chg="add del">
          <ac:chgData name="Aakash Dhakshnamoorthy" userId="b75e609f-f598-4aa8-b248-2dd33704270f" providerId="ADAL" clId="{717FBFEB-9C85-41DE-8DAA-50AFF39198EC}" dt="2026-07-23T18:15:55.098" v="250" actId="26606"/>
          <ac:spMkLst>
            <pc:docMk/>
            <pc:sldMk cId="3515067456" sldId="438"/>
            <ac:spMk id="9" creationId="{42A4FC2C-047E-45A5-965D-8E1E3BF09BC6}"/>
          </ac:spMkLst>
        </pc:spChg>
        <pc:spChg chg="add">
          <ac:chgData name="Aakash Dhakshnamoorthy" userId="b75e609f-f598-4aa8-b248-2dd33704270f" providerId="ADAL" clId="{717FBFEB-9C85-41DE-8DAA-50AFF39198EC}" dt="2026-07-23T18:15:55.108" v="251" actId="26606"/>
          <ac:spMkLst>
            <pc:docMk/>
            <pc:sldMk cId="3515067456" sldId="438"/>
            <ac:spMk id="11" creationId="{736F0DFD-0954-464F-BF12-DD2E6F6E0380}"/>
          </ac:spMkLst>
        </pc:spChg>
        <pc:spChg chg="add">
          <ac:chgData name="Aakash Dhakshnamoorthy" userId="b75e609f-f598-4aa8-b248-2dd33704270f" providerId="ADAL" clId="{717FBFEB-9C85-41DE-8DAA-50AFF39198EC}" dt="2026-07-23T18:15:55.108" v="251" actId="26606"/>
          <ac:spMkLst>
            <pc:docMk/>
            <pc:sldMk cId="3515067456" sldId="438"/>
            <ac:spMk id="12" creationId="{7C1E5815-D54C-487F-A054-6D4930ADE3DF}"/>
          </ac:spMkLst>
        </pc:spChg>
        <pc:picChg chg="add mod">
          <ac:chgData name="Aakash Dhakshnamoorthy" userId="b75e609f-f598-4aa8-b248-2dd33704270f" providerId="ADAL" clId="{717FBFEB-9C85-41DE-8DAA-50AFF39198EC}" dt="2026-07-23T18:16:00.012" v="252" actId="1076"/>
          <ac:picMkLst>
            <pc:docMk/>
            <pc:sldMk cId="3515067456" sldId="438"/>
            <ac:picMk id="4" creationId="{BFB02FCC-EFF6-E64D-965A-A47D4A5DEA31}"/>
          </ac:picMkLst>
        </pc:picChg>
      </pc:sldChg>
      <pc:sldChg chg="addSp delSp modSp add mod">
        <pc:chgData name="Aakash Dhakshnamoorthy" userId="b75e609f-f598-4aa8-b248-2dd33704270f" providerId="ADAL" clId="{717FBFEB-9C85-41DE-8DAA-50AFF39198EC}" dt="2026-07-23T18:19:30.473" v="256" actId="1076"/>
        <pc:sldMkLst>
          <pc:docMk/>
          <pc:sldMk cId="4236708784" sldId="439"/>
        </pc:sldMkLst>
        <pc:picChg chg="add mod">
          <ac:chgData name="Aakash Dhakshnamoorthy" userId="b75e609f-f598-4aa8-b248-2dd33704270f" providerId="ADAL" clId="{717FBFEB-9C85-41DE-8DAA-50AFF39198EC}" dt="2026-07-23T18:19:30.473" v="256" actId="1076"/>
          <ac:picMkLst>
            <pc:docMk/>
            <pc:sldMk cId="4236708784" sldId="439"/>
            <ac:picMk id="3" creationId="{42B639B4-4078-423C-8838-7795AEE35CCF}"/>
          </ac:picMkLst>
        </pc:picChg>
        <pc:picChg chg="del">
          <ac:chgData name="Aakash Dhakshnamoorthy" userId="b75e609f-f598-4aa8-b248-2dd33704270f" providerId="ADAL" clId="{717FBFEB-9C85-41DE-8DAA-50AFF39198EC}" dt="2026-07-23T18:19:28.084" v="254" actId="478"/>
          <ac:picMkLst>
            <pc:docMk/>
            <pc:sldMk cId="4236708784" sldId="439"/>
            <ac:picMk id="4" creationId="{7B3E717D-88A6-461D-7932-15AD19F7857E}"/>
          </ac:picMkLst>
        </pc:picChg>
      </pc:sldChg>
      <pc:sldChg chg="addSp delSp modSp add mod">
        <pc:chgData name="Aakash Dhakshnamoorthy" userId="b75e609f-f598-4aa8-b248-2dd33704270f" providerId="ADAL" clId="{717FBFEB-9C85-41DE-8DAA-50AFF39198EC}" dt="2026-07-23T18:20:59.234" v="262" actId="1076"/>
        <pc:sldMkLst>
          <pc:docMk/>
          <pc:sldMk cId="2415207360" sldId="440"/>
        </pc:sldMkLst>
        <pc:picChg chg="del">
          <ac:chgData name="Aakash Dhakshnamoorthy" userId="b75e609f-f598-4aa8-b248-2dd33704270f" providerId="ADAL" clId="{717FBFEB-9C85-41DE-8DAA-50AFF39198EC}" dt="2026-07-23T18:20:34.555" v="258" actId="478"/>
          <ac:picMkLst>
            <pc:docMk/>
            <pc:sldMk cId="2415207360" sldId="440"/>
            <ac:picMk id="3" creationId="{EE8B1320-A448-5FD0-2D43-8FCD49EAA7E9}"/>
          </ac:picMkLst>
        </pc:picChg>
        <pc:picChg chg="add mod">
          <ac:chgData name="Aakash Dhakshnamoorthy" userId="b75e609f-f598-4aa8-b248-2dd33704270f" providerId="ADAL" clId="{717FBFEB-9C85-41DE-8DAA-50AFF39198EC}" dt="2026-07-23T18:20:59.234" v="262" actId="1076"/>
          <ac:picMkLst>
            <pc:docMk/>
            <pc:sldMk cId="2415207360" sldId="440"/>
            <ac:picMk id="4" creationId="{08BCD9D6-7691-D0AA-E658-1CD1A66E4EA6}"/>
          </ac:picMkLst>
        </pc:picChg>
      </pc:sldChg>
      <pc:sldChg chg="addSp delSp modSp add mod">
        <pc:chgData name="Aakash Dhakshnamoorthy" userId="b75e609f-f598-4aa8-b248-2dd33704270f" providerId="ADAL" clId="{717FBFEB-9C85-41DE-8DAA-50AFF39198EC}" dt="2026-07-23T18:24:22.048" v="266" actId="1076"/>
        <pc:sldMkLst>
          <pc:docMk/>
          <pc:sldMk cId="2277113016" sldId="441"/>
        </pc:sldMkLst>
        <pc:picChg chg="add mod">
          <ac:chgData name="Aakash Dhakshnamoorthy" userId="b75e609f-f598-4aa8-b248-2dd33704270f" providerId="ADAL" clId="{717FBFEB-9C85-41DE-8DAA-50AFF39198EC}" dt="2026-07-23T18:24:22.048" v="266" actId="1076"/>
          <ac:picMkLst>
            <pc:docMk/>
            <pc:sldMk cId="2277113016" sldId="441"/>
            <ac:picMk id="3" creationId="{EF717839-DA4B-8102-BD58-AA074671DF3B}"/>
          </ac:picMkLst>
        </pc:picChg>
        <pc:picChg chg="del">
          <ac:chgData name="Aakash Dhakshnamoorthy" userId="b75e609f-f598-4aa8-b248-2dd33704270f" providerId="ADAL" clId="{717FBFEB-9C85-41DE-8DAA-50AFF39198EC}" dt="2026-07-23T18:24:18.517" v="264" actId="478"/>
          <ac:picMkLst>
            <pc:docMk/>
            <pc:sldMk cId="2277113016" sldId="441"/>
            <ac:picMk id="4" creationId="{DCA94F78-8AE3-F48F-5EA8-507B14DC778C}"/>
          </ac:picMkLst>
        </pc:picChg>
      </pc:sldChg>
      <pc:sldChg chg="addSp delSp modSp add mod">
        <pc:chgData name="Aakash Dhakshnamoorthy" userId="b75e609f-f598-4aa8-b248-2dd33704270f" providerId="ADAL" clId="{717FBFEB-9C85-41DE-8DAA-50AFF39198EC}" dt="2026-07-23T18:25:24.825" v="275" actId="1076"/>
        <pc:sldMkLst>
          <pc:docMk/>
          <pc:sldMk cId="568944421" sldId="442"/>
        </pc:sldMkLst>
        <pc:spChg chg="del">
          <ac:chgData name="Aakash Dhakshnamoorthy" userId="b75e609f-f598-4aa8-b248-2dd33704270f" providerId="ADAL" clId="{717FBFEB-9C85-41DE-8DAA-50AFF39198EC}" dt="2026-07-23T18:25:12.582" v="271" actId="26606"/>
          <ac:spMkLst>
            <pc:docMk/>
            <pc:sldMk cId="568944421" sldId="442"/>
            <ac:spMk id="11" creationId="{602E7871-498D-776D-A4B5-7B48348841D7}"/>
          </ac:spMkLst>
        </pc:spChg>
        <pc:spChg chg="del">
          <ac:chgData name="Aakash Dhakshnamoorthy" userId="b75e609f-f598-4aa8-b248-2dd33704270f" providerId="ADAL" clId="{717FBFEB-9C85-41DE-8DAA-50AFF39198EC}" dt="2026-07-23T18:25:12.582" v="271" actId="26606"/>
          <ac:spMkLst>
            <pc:docMk/>
            <pc:sldMk cId="568944421" sldId="442"/>
            <ac:spMk id="12" creationId="{470EE0AB-B050-78CE-50A6-CAA15F3AA321}"/>
          </ac:spMkLst>
        </pc:spChg>
        <pc:spChg chg="add">
          <ac:chgData name="Aakash Dhakshnamoorthy" userId="b75e609f-f598-4aa8-b248-2dd33704270f" providerId="ADAL" clId="{717FBFEB-9C85-41DE-8DAA-50AFF39198EC}" dt="2026-07-23T18:25:12.582" v="271" actId="26606"/>
          <ac:spMkLst>
            <pc:docMk/>
            <pc:sldMk cId="568944421" sldId="442"/>
            <ac:spMk id="17" creationId="{F3060C83-F051-4F0E-ABAD-AA0DFC48B218}"/>
          </ac:spMkLst>
        </pc:spChg>
        <pc:spChg chg="add">
          <ac:chgData name="Aakash Dhakshnamoorthy" userId="b75e609f-f598-4aa8-b248-2dd33704270f" providerId="ADAL" clId="{717FBFEB-9C85-41DE-8DAA-50AFF39198EC}" dt="2026-07-23T18:25:12.582" v="271" actId="26606"/>
          <ac:spMkLst>
            <pc:docMk/>
            <pc:sldMk cId="568944421" sldId="442"/>
            <ac:spMk id="19" creationId="{83C98ABE-055B-441F-B07E-44F97F083C39}"/>
          </ac:spMkLst>
        </pc:spChg>
        <pc:spChg chg="add">
          <ac:chgData name="Aakash Dhakshnamoorthy" userId="b75e609f-f598-4aa8-b248-2dd33704270f" providerId="ADAL" clId="{717FBFEB-9C85-41DE-8DAA-50AFF39198EC}" dt="2026-07-23T18:25:12.582" v="271" actId="26606"/>
          <ac:spMkLst>
            <pc:docMk/>
            <pc:sldMk cId="568944421" sldId="442"/>
            <ac:spMk id="21" creationId="{29FDB030-9B49-4CED-8CCD-4D99382388AC}"/>
          </ac:spMkLst>
        </pc:spChg>
        <pc:spChg chg="add">
          <ac:chgData name="Aakash Dhakshnamoorthy" userId="b75e609f-f598-4aa8-b248-2dd33704270f" providerId="ADAL" clId="{717FBFEB-9C85-41DE-8DAA-50AFF39198EC}" dt="2026-07-23T18:25:12.582" v="271" actId="26606"/>
          <ac:spMkLst>
            <pc:docMk/>
            <pc:sldMk cId="568944421" sldId="442"/>
            <ac:spMk id="23" creationId="{3783CA14-24A1-485C-8B30-D6A5D87987AD}"/>
          </ac:spMkLst>
        </pc:spChg>
        <pc:spChg chg="add">
          <ac:chgData name="Aakash Dhakshnamoorthy" userId="b75e609f-f598-4aa8-b248-2dd33704270f" providerId="ADAL" clId="{717FBFEB-9C85-41DE-8DAA-50AFF39198EC}" dt="2026-07-23T18:25:12.582" v="271" actId="26606"/>
          <ac:spMkLst>
            <pc:docMk/>
            <pc:sldMk cId="568944421" sldId="442"/>
            <ac:spMk id="25" creationId="{9A97C86A-04D6-40F7-AE84-31AB43E6A846}"/>
          </ac:spMkLst>
        </pc:spChg>
        <pc:spChg chg="add">
          <ac:chgData name="Aakash Dhakshnamoorthy" userId="b75e609f-f598-4aa8-b248-2dd33704270f" providerId="ADAL" clId="{717FBFEB-9C85-41DE-8DAA-50AFF39198EC}" dt="2026-07-23T18:25:12.582" v="271" actId="26606"/>
          <ac:spMkLst>
            <pc:docMk/>
            <pc:sldMk cId="568944421" sldId="442"/>
            <ac:spMk id="27" creationId="{FF9F2414-84E8-453E-B1F3-389FDE8192D9}"/>
          </ac:spMkLst>
        </pc:spChg>
        <pc:spChg chg="add">
          <ac:chgData name="Aakash Dhakshnamoorthy" userId="b75e609f-f598-4aa8-b248-2dd33704270f" providerId="ADAL" clId="{717FBFEB-9C85-41DE-8DAA-50AFF39198EC}" dt="2026-07-23T18:25:12.582" v="271" actId="26606"/>
          <ac:spMkLst>
            <pc:docMk/>
            <pc:sldMk cId="568944421" sldId="442"/>
            <ac:spMk id="29" creationId="{3ECA69A1-7536-43AC-85EF-C7106179F5ED}"/>
          </ac:spMkLst>
        </pc:spChg>
        <pc:picChg chg="del">
          <ac:chgData name="Aakash Dhakshnamoorthy" userId="b75e609f-f598-4aa8-b248-2dd33704270f" providerId="ADAL" clId="{717FBFEB-9C85-41DE-8DAA-50AFF39198EC}" dt="2026-07-23T18:25:06.597" v="268" actId="478"/>
          <ac:picMkLst>
            <pc:docMk/>
            <pc:sldMk cId="568944421" sldId="442"/>
            <ac:picMk id="3" creationId="{AAE20105-DEBA-FA39-30F3-1A1241530D05}"/>
          </ac:picMkLst>
        </pc:picChg>
        <pc:picChg chg="add mod">
          <ac:chgData name="Aakash Dhakshnamoorthy" userId="b75e609f-f598-4aa8-b248-2dd33704270f" providerId="ADAL" clId="{717FBFEB-9C85-41DE-8DAA-50AFF39198EC}" dt="2026-07-23T18:25:24.825" v="275" actId="1076"/>
          <ac:picMkLst>
            <pc:docMk/>
            <pc:sldMk cId="568944421" sldId="442"/>
            <ac:picMk id="4" creationId="{2381B8BA-EF52-C6B8-D0CB-9120CC2A7384}"/>
          </ac:picMkLst>
        </pc:picChg>
      </pc:sldChg>
      <pc:sldChg chg="add">
        <pc:chgData name="Aakash Dhakshnamoorthy" userId="b75e609f-f598-4aa8-b248-2dd33704270f" providerId="ADAL" clId="{717FBFEB-9C85-41DE-8DAA-50AFF39198EC}" dt="2026-07-23T18:26:21.382" v="277" actId="2890"/>
        <pc:sldMkLst>
          <pc:docMk/>
          <pc:sldMk cId="681757277" sldId="443"/>
        </pc:sldMkLst>
      </pc:sldChg>
      <pc:sldChg chg="addSp delSp modSp add mod">
        <pc:chgData name="Aakash Dhakshnamoorthy" userId="b75e609f-f598-4aa8-b248-2dd33704270f" providerId="ADAL" clId="{717FBFEB-9C85-41DE-8DAA-50AFF39198EC}" dt="2026-07-23T18:27:04.822" v="285" actId="1076"/>
        <pc:sldMkLst>
          <pc:docMk/>
          <pc:sldMk cId="807637408" sldId="444"/>
        </pc:sldMkLst>
        <pc:picChg chg="add mod">
          <ac:chgData name="Aakash Dhakshnamoorthy" userId="b75e609f-f598-4aa8-b248-2dd33704270f" providerId="ADAL" clId="{717FBFEB-9C85-41DE-8DAA-50AFF39198EC}" dt="2026-07-23T18:27:04.822" v="285" actId="1076"/>
          <ac:picMkLst>
            <pc:docMk/>
            <pc:sldMk cId="807637408" sldId="444"/>
            <ac:picMk id="3" creationId="{CCB7F7AB-AED2-F654-00B5-26E2C50A2571}"/>
          </ac:picMkLst>
        </pc:picChg>
        <pc:picChg chg="del">
          <ac:chgData name="Aakash Dhakshnamoorthy" userId="b75e609f-f598-4aa8-b248-2dd33704270f" providerId="ADAL" clId="{717FBFEB-9C85-41DE-8DAA-50AFF39198EC}" dt="2026-07-23T18:26:59.850" v="281" actId="478"/>
          <ac:picMkLst>
            <pc:docMk/>
            <pc:sldMk cId="807637408" sldId="444"/>
            <ac:picMk id="4" creationId="{840C2294-28E8-619C-EA7F-E8078667E83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149C5A-906B-4F14-89C3-468B75D0BEEB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D8EE99-A1BA-43FB-8F6E-6BB9F0978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6456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1">
          <a:extLst>
            <a:ext uri="{FF2B5EF4-FFF2-40B4-BE49-F238E27FC236}">
              <a16:creationId xmlns:a16="http://schemas.microsoft.com/office/drawing/2014/main" id="{55A8DF66-D46F-7075-BDA9-B06924E25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2" name="Google Shape;2902;g3c340d5b76b_0_108:notes">
            <a:extLst>
              <a:ext uri="{FF2B5EF4-FFF2-40B4-BE49-F238E27FC236}">
                <a16:creationId xmlns:a16="http://schemas.microsoft.com/office/drawing/2014/main" id="{F374C5F3-12B5-3410-4773-64D27610D1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3" name="Google Shape;2903;g3c340d5b76b_0_108:notes">
            <a:extLst>
              <a:ext uri="{FF2B5EF4-FFF2-40B4-BE49-F238E27FC236}">
                <a16:creationId xmlns:a16="http://schemas.microsoft.com/office/drawing/2014/main" id="{46CF4FA2-1750-AED8-EC17-523CC79067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4070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1">
          <a:extLst>
            <a:ext uri="{FF2B5EF4-FFF2-40B4-BE49-F238E27FC236}">
              <a16:creationId xmlns:a16="http://schemas.microsoft.com/office/drawing/2014/main" id="{ACF26150-F814-F670-9683-992387D12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2" name="Google Shape;2902;g3c340d5b76b_0_108:notes">
            <a:extLst>
              <a:ext uri="{FF2B5EF4-FFF2-40B4-BE49-F238E27FC236}">
                <a16:creationId xmlns:a16="http://schemas.microsoft.com/office/drawing/2014/main" id="{5BB8870F-660D-15E4-5B95-243ACF33BF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3" name="Google Shape;2903;g3c340d5b76b_0_108:notes">
            <a:extLst>
              <a:ext uri="{FF2B5EF4-FFF2-40B4-BE49-F238E27FC236}">
                <a16:creationId xmlns:a16="http://schemas.microsoft.com/office/drawing/2014/main" id="{C0C45513-3C34-80A8-113E-9A00029D88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25366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1">
          <a:extLst>
            <a:ext uri="{FF2B5EF4-FFF2-40B4-BE49-F238E27FC236}">
              <a16:creationId xmlns:a16="http://schemas.microsoft.com/office/drawing/2014/main" id="{77831B02-35D6-54D2-C5A1-81D1A32D4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2" name="Google Shape;2902;g3c340d5b76b_0_108:notes">
            <a:extLst>
              <a:ext uri="{FF2B5EF4-FFF2-40B4-BE49-F238E27FC236}">
                <a16:creationId xmlns:a16="http://schemas.microsoft.com/office/drawing/2014/main" id="{83A4A514-9709-B577-7D4E-3123B7E13B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3" name="Google Shape;2903;g3c340d5b76b_0_108:notes">
            <a:extLst>
              <a:ext uri="{FF2B5EF4-FFF2-40B4-BE49-F238E27FC236}">
                <a16:creationId xmlns:a16="http://schemas.microsoft.com/office/drawing/2014/main" id="{EF49F621-F6DE-AD71-518A-757CD3A628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04897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1">
          <a:extLst>
            <a:ext uri="{FF2B5EF4-FFF2-40B4-BE49-F238E27FC236}">
              <a16:creationId xmlns:a16="http://schemas.microsoft.com/office/drawing/2014/main" id="{37DA8591-8EE9-1C00-B89A-38EF6711F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2" name="Google Shape;2902;g3c340d5b76b_0_108:notes">
            <a:extLst>
              <a:ext uri="{FF2B5EF4-FFF2-40B4-BE49-F238E27FC236}">
                <a16:creationId xmlns:a16="http://schemas.microsoft.com/office/drawing/2014/main" id="{AA913B89-86F6-0677-DE6B-92D1727120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3" name="Google Shape;2903;g3c340d5b76b_0_108:notes">
            <a:extLst>
              <a:ext uri="{FF2B5EF4-FFF2-40B4-BE49-F238E27FC236}">
                <a16:creationId xmlns:a16="http://schemas.microsoft.com/office/drawing/2014/main" id="{93779485-3596-9282-5C79-858B470349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16199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1">
          <a:extLst>
            <a:ext uri="{FF2B5EF4-FFF2-40B4-BE49-F238E27FC236}">
              <a16:creationId xmlns:a16="http://schemas.microsoft.com/office/drawing/2014/main" id="{B23DAA9B-A763-CC13-5669-6AE450148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2" name="Google Shape;2902;g3c340d5b76b_0_108:notes">
            <a:extLst>
              <a:ext uri="{FF2B5EF4-FFF2-40B4-BE49-F238E27FC236}">
                <a16:creationId xmlns:a16="http://schemas.microsoft.com/office/drawing/2014/main" id="{091EBA91-AFB6-5F65-DBB5-9195623D2C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3" name="Google Shape;2903;g3c340d5b76b_0_108:notes">
            <a:extLst>
              <a:ext uri="{FF2B5EF4-FFF2-40B4-BE49-F238E27FC236}">
                <a16:creationId xmlns:a16="http://schemas.microsoft.com/office/drawing/2014/main" id="{9B31DF90-5A28-3642-8C1A-DE0AE30ABF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35542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1">
          <a:extLst>
            <a:ext uri="{FF2B5EF4-FFF2-40B4-BE49-F238E27FC236}">
              <a16:creationId xmlns:a16="http://schemas.microsoft.com/office/drawing/2014/main" id="{A31250DF-E0F6-2E25-189C-B913AF2D1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2" name="Google Shape;2902;g3c340d5b76b_0_108:notes">
            <a:extLst>
              <a:ext uri="{FF2B5EF4-FFF2-40B4-BE49-F238E27FC236}">
                <a16:creationId xmlns:a16="http://schemas.microsoft.com/office/drawing/2014/main" id="{1737DC7D-88D7-1B47-C1BA-7AE2060860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3" name="Google Shape;2903;g3c340d5b76b_0_108:notes">
            <a:extLst>
              <a:ext uri="{FF2B5EF4-FFF2-40B4-BE49-F238E27FC236}">
                <a16:creationId xmlns:a16="http://schemas.microsoft.com/office/drawing/2014/main" id="{934DB436-BFF1-D3BB-E427-7B4A2C49AF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96299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1">
          <a:extLst>
            <a:ext uri="{FF2B5EF4-FFF2-40B4-BE49-F238E27FC236}">
              <a16:creationId xmlns:a16="http://schemas.microsoft.com/office/drawing/2014/main" id="{87EC792B-F8D2-7EC9-4DAD-5C15917F3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2" name="Google Shape;2902;g3c340d5b76b_0_108:notes">
            <a:extLst>
              <a:ext uri="{FF2B5EF4-FFF2-40B4-BE49-F238E27FC236}">
                <a16:creationId xmlns:a16="http://schemas.microsoft.com/office/drawing/2014/main" id="{70E1B945-5FF9-D077-6952-12E024D27F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3" name="Google Shape;2903;g3c340d5b76b_0_108:notes">
            <a:extLst>
              <a:ext uri="{FF2B5EF4-FFF2-40B4-BE49-F238E27FC236}">
                <a16:creationId xmlns:a16="http://schemas.microsoft.com/office/drawing/2014/main" id="{D0552BDF-D32B-8D68-E6BE-A2824962AE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30454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1">
          <a:extLst>
            <a:ext uri="{FF2B5EF4-FFF2-40B4-BE49-F238E27FC236}">
              <a16:creationId xmlns:a16="http://schemas.microsoft.com/office/drawing/2014/main" id="{5B7F44BB-9703-62BC-18A0-E8E5EA5A7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2" name="Google Shape;2902;g3c340d5b76b_0_108:notes">
            <a:extLst>
              <a:ext uri="{FF2B5EF4-FFF2-40B4-BE49-F238E27FC236}">
                <a16:creationId xmlns:a16="http://schemas.microsoft.com/office/drawing/2014/main" id="{79444054-2DE8-A618-F8CB-8ECBB570A5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3" name="Google Shape;2903;g3c340d5b76b_0_108:notes">
            <a:extLst>
              <a:ext uri="{FF2B5EF4-FFF2-40B4-BE49-F238E27FC236}">
                <a16:creationId xmlns:a16="http://schemas.microsoft.com/office/drawing/2014/main" id="{15502E9B-B2D7-9675-A313-1E7A1B1097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61135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1">
          <a:extLst>
            <a:ext uri="{FF2B5EF4-FFF2-40B4-BE49-F238E27FC236}">
              <a16:creationId xmlns:a16="http://schemas.microsoft.com/office/drawing/2014/main" id="{DFB25AF5-BE33-1E5E-75F6-E5E81DC43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2" name="Google Shape;2902;g3c340d5b76b_0_108:notes">
            <a:extLst>
              <a:ext uri="{FF2B5EF4-FFF2-40B4-BE49-F238E27FC236}">
                <a16:creationId xmlns:a16="http://schemas.microsoft.com/office/drawing/2014/main" id="{B82DF9EB-545F-48B4-7900-531563F303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3" name="Google Shape;2903;g3c340d5b76b_0_108:notes">
            <a:extLst>
              <a:ext uri="{FF2B5EF4-FFF2-40B4-BE49-F238E27FC236}">
                <a16:creationId xmlns:a16="http://schemas.microsoft.com/office/drawing/2014/main" id="{17425904-154D-F5CB-0F6D-73F9A32357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02081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1">
          <a:extLst>
            <a:ext uri="{FF2B5EF4-FFF2-40B4-BE49-F238E27FC236}">
              <a16:creationId xmlns:a16="http://schemas.microsoft.com/office/drawing/2014/main" id="{9B7ED2B3-CAA9-018F-56F1-9014876A7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2" name="Google Shape;2902;g3c340d5b76b_0_108:notes">
            <a:extLst>
              <a:ext uri="{FF2B5EF4-FFF2-40B4-BE49-F238E27FC236}">
                <a16:creationId xmlns:a16="http://schemas.microsoft.com/office/drawing/2014/main" id="{143A163A-BBF8-9A05-2503-3DB0543FF3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3" name="Google Shape;2903;g3c340d5b76b_0_108:notes">
            <a:extLst>
              <a:ext uri="{FF2B5EF4-FFF2-40B4-BE49-F238E27FC236}">
                <a16:creationId xmlns:a16="http://schemas.microsoft.com/office/drawing/2014/main" id="{94EA4078-FE12-232E-CDB4-FA73FB3FF8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37045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1">
          <a:extLst>
            <a:ext uri="{FF2B5EF4-FFF2-40B4-BE49-F238E27FC236}">
              <a16:creationId xmlns:a16="http://schemas.microsoft.com/office/drawing/2014/main" id="{63CD4BAC-D9CF-66BD-D8A0-09202D24D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2" name="Google Shape;2902;g3c340d5b76b_0_108:notes">
            <a:extLst>
              <a:ext uri="{FF2B5EF4-FFF2-40B4-BE49-F238E27FC236}">
                <a16:creationId xmlns:a16="http://schemas.microsoft.com/office/drawing/2014/main" id="{DA73E528-D965-5403-D773-70B743136B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3" name="Google Shape;2903;g3c340d5b76b_0_108:notes">
            <a:extLst>
              <a:ext uri="{FF2B5EF4-FFF2-40B4-BE49-F238E27FC236}">
                <a16:creationId xmlns:a16="http://schemas.microsoft.com/office/drawing/2014/main" id="{91617443-AB51-EC06-CF47-B9098CF936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91418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1">
          <a:extLst>
            <a:ext uri="{FF2B5EF4-FFF2-40B4-BE49-F238E27FC236}">
              <a16:creationId xmlns:a16="http://schemas.microsoft.com/office/drawing/2014/main" id="{D0A6F888-A04C-58C3-8B53-7C793BF70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2" name="Google Shape;2902;g3c340d5b76b_0_108:notes">
            <a:extLst>
              <a:ext uri="{FF2B5EF4-FFF2-40B4-BE49-F238E27FC236}">
                <a16:creationId xmlns:a16="http://schemas.microsoft.com/office/drawing/2014/main" id="{CDBCF30D-FC8E-2072-A26D-6B39367388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3" name="Google Shape;2903;g3c340d5b76b_0_108:notes">
            <a:extLst>
              <a:ext uri="{FF2B5EF4-FFF2-40B4-BE49-F238E27FC236}">
                <a16:creationId xmlns:a16="http://schemas.microsoft.com/office/drawing/2014/main" id="{3C878347-388D-4381-D3FC-7D03734E64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84699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1">
          <a:extLst>
            <a:ext uri="{FF2B5EF4-FFF2-40B4-BE49-F238E27FC236}">
              <a16:creationId xmlns:a16="http://schemas.microsoft.com/office/drawing/2014/main" id="{78CD078E-3569-EBBD-9BB4-11D383FA0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2" name="Google Shape;2902;g3c340d5b76b_0_108:notes">
            <a:extLst>
              <a:ext uri="{FF2B5EF4-FFF2-40B4-BE49-F238E27FC236}">
                <a16:creationId xmlns:a16="http://schemas.microsoft.com/office/drawing/2014/main" id="{ABAF0213-21BC-F99C-BD4F-F77E3412C9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3" name="Google Shape;2903;g3c340d5b76b_0_108:notes">
            <a:extLst>
              <a:ext uri="{FF2B5EF4-FFF2-40B4-BE49-F238E27FC236}">
                <a16:creationId xmlns:a16="http://schemas.microsoft.com/office/drawing/2014/main" id="{5A9A96B4-C77E-6609-3A37-7EE8A69874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65981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1">
          <a:extLst>
            <a:ext uri="{FF2B5EF4-FFF2-40B4-BE49-F238E27FC236}">
              <a16:creationId xmlns:a16="http://schemas.microsoft.com/office/drawing/2014/main" id="{DB68200D-020F-D63E-E729-7A8F5E881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2" name="Google Shape;2902;g3c340d5b76b_0_108:notes">
            <a:extLst>
              <a:ext uri="{FF2B5EF4-FFF2-40B4-BE49-F238E27FC236}">
                <a16:creationId xmlns:a16="http://schemas.microsoft.com/office/drawing/2014/main" id="{B03002D7-C45B-C094-8F3C-1A34B5142C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3" name="Google Shape;2903;g3c340d5b76b_0_108:notes">
            <a:extLst>
              <a:ext uri="{FF2B5EF4-FFF2-40B4-BE49-F238E27FC236}">
                <a16:creationId xmlns:a16="http://schemas.microsoft.com/office/drawing/2014/main" id="{AE43E463-7942-F6F3-0CDF-BF853219AF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3580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1">
          <a:extLst>
            <a:ext uri="{FF2B5EF4-FFF2-40B4-BE49-F238E27FC236}">
              <a16:creationId xmlns:a16="http://schemas.microsoft.com/office/drawing/2014/main" id="{2534DF44-7C37-9D25-B4A3-7E8757A6C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2" name="Google Shape;2902;g3c340d5b76b_0_108:notes">
            <a:extLst>
              <a:ext uri="{FF2B5EF4-FFF2-40B4-BE49-F238E27FC236}">
                <a16:creationId xmlns:a16="http://schemas.microsoft.com/office/drawing/2014/main" id="{16BAD229-D3B0-555E-6B9A-1003FAAE66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3" name="Google Shape;2903;g3c340d5b76b_0_108:notes">
            <a:extLst>
              <a:ext uri="{FF2B5EF4-FFF2-40B4-BE49-F238E27FC236}">
                <a16:creationId xmlns:a16="http://schemas.microsoft.com/office/drawing/2014/main" id="{887581A5-9EE4-1EF5-0D53-C8AC34DB7E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75393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1">
          <a:extLst>
            <a:ext uri="{FF2B5EF4-FFF2-40B4-BE49-F238E27FC236}">
              <a16:creationId xmlns:a16="http://schemas.microsoft.com/office/drawing/2014/main" id="{E1F5F700-5DB0-75C6-2224-CC6B2944A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2" name="Google Shape;2902;g3c340d5b76b_0_108:notes">
            <a:extLst>
              <a:ext uri="{FF2B5EF4-FFF2-40B4-BE49-F238E27FC236}">
                <a16:creationId xmlns:a16="http://schemas.microsoft.com/office/drawing/2014/main" id="{871FACE9-69DA-EABB-B937-AEBF4FE70A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3" name="Google Shape;2903;g3c340d5b76b_0_108:notes">
            <a:extLst>
              <a:ext uri="{FF2B5EF4-FFF2-40B4-BE49-F238E27FC236}">
                <a16:creationId xmlns:a16="http://schemas.microsoft.com/office/drawing/2014/main" id="{638D4779-0D5C-66E6-F7EA-58337B8F55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14616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1">
          <a:extLst>
            <a:ext uri="{FF2B5EF4-FFF2-40B4-BE49-F238E27FC236}">
              <a16:creationId xmlns:a16="http://schemas.microsoft.com/office/drawing/2014/main" id="{B147711E-E259-9638-7288-52336FAF8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2" name="Google Shape;2902;g3c340d5b76b_0_108:notes">
            <a:extLst>
              <a:ext uri="{FF2B5EF4-FFF2-40B4-BE49-F238E27FC236}">
                <a16:creationId xmlns:a16="http://schemas.microsoft.com/office/drawing/2014/main" id="{248CCC04-41CA-B97F-13D1-A0007E4C47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3" name="Google Shape;2903;g3c340d5b76b_0_108:notes">
            <a:extLst>
              <a:ext uri="{FF2B5EF4-FFF2-40B4-BE49-F238E27FC236}">
                <a16:creationId xmlns:a16="http://schemas.microsoft.com/office/drawing/2014/main" id="{A8590243-422F-66F7-2ED6-1BBAE8A41A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25259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1">
          <a:extLst>
            <a:ext uri="{FF2B5EF4-FFF2-40B4-BE49-F238E27FC236}">
              <a16:creationId xmlns:a16="http://schemas.microsoft.com/office/drawing/2014/main" id="{9D406D39-7A65-A992-67AA-EB88EDC6D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2" name="Google Shape;2902;g3c340d5b76b_0_108:notes">
            <a:extLst>
              <a:ext uri="{FF2B5EF4-FFF2-40B4-BE49-F238E27FC236}">
                <a16:creationId xmlns:a16="http://schemas.microsoft.com/office/drawing/2014/main" id="{EC9D6E07-7819-E4A2-DC06-4605DD6C12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3" name="Google Shape;2903;g3c340d5b76b_0_108:notes">
            <a:extLst>
              <a:ext uri="{FF2B5EF4-FFF2-40B4-BE49-F238E27FC236}">
                <a16:creationId xmlns:a16="http://schemas.microsoft.com/office/drawing/2014/main" id="{66E5AE17-A7B0-3E48-733F-9F3AE1D196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82930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1">
          <a:extLst>
            <a:ext uri="{FF2B5EF4-FFF2-40B4-BE49-F238E27FC236}">
              <a16:creationId xmlns:a16="http://schemas.microsoft.com/office/drawing/2014/main" id="{83CD2D77-45A1-34CA-1E40-E50B5C481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2" name="Google Shape;2902;g3c340d5b76b_0_108:notes">
            <a:extLst>
              <a:ext uri="{FF2B5EF4-FFF2-40B4-BE49-F238E27FC236}">
                <a16:creationId xmlns:a16="http://schemas.microsoft.com/office/drawing/2014/main" id="{852DC6BB-6EC5-6875-8D39-75C787E0CD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3" name="Google Shape;2903;g3c340d5b76b_0_108:notes">
            <a:extLst>
              <a:ext uri="{FF2B5EF4-FFF2-40B4-BE49-F238E27FC236}">
                <a16:creationId xmlns:a16="http://schemas.microsoft.com/office/drawing/2014/main" id="{10822DA2-887D-85DB-1248-2DD814CB8F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79497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1">
          <a:extLst>
            <a:ext uri="{FF2B5EF4-FFF2-40B4-BE49-F238E27FC236}">
              <a16:creationId xmlns:a16="http://schemas.microsoft.com/office/drawing/2014/main" id="{7F998EA1-6F96-4120-99A1-8CC46B994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2" name="Google Shape;2902;g3c340d5b76b_0_108:notes">
            <a:extLst>
              <a:ext uri="{FF2B5EF4-FFF2-40B4-BE49-F238E27FC236}">
                <a16:creationId xmlns:a16="http://schemas.microsoft.com/office/drawing/2014/main" id="{A6616DB3-F7F2-9469-A002-63D563271A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3" name="Google Shape;2903;g3c340d5b76b_0_108:notes">
            <a:extLst>
              <a:ext uri="{FF2B5EF4-FFF2-40B4-BE49-F238E27FC236}">
                <a16:creationId xmlns:a16="http://schemas.microsoft.com/office/drawing/2014/main" id="{81103ADA-8107-447F-44A6-C231301EF8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45844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1">
          <a:extLst>
            <a:ext uri="{FF2B5EF4-FFF2-40B4-BE49-F238E27FC236}">
              <a16:creationId xmlns:a16="http://schemas.microsoft.com/office/drawing/2014/main" id="{77260329-CE8F-1482-E1C2-F2802EA62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2" name="Google Shape;2902;g3c340d5b76b_0_108:notes">
            <a:extLst>
              <a:ext uri="{FF2B5EF4-FFF2-40B4-BE49-F238E27FC236}">
                <a16:creationId xmlns:a16="http://schemas.microsoft.com/office/drawing/2014/main" id="{4257457A-7B22-02FA-87DD-9D13A9FDB8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3" name="Google Shape;2903;g3c340d5b76b_0_108:notes">
            <a:extLst>
              <a:ext uri="{FF2B5EF4-FFF2-40B4-BE49-F238E27FC236}">
                <a16:creationId xmlns:a16="http://schemas.microsoft.com/office/drawing/2014/main" id="{A89318F9-402B-CEFE-9F40-6E27622B8D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88420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CA6AE-9190-9950-8B54-83B9EC73D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3CA763-524E-DEB0-7568-8A1A16ECA8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9E0F2C-CCC0-02AE-A94A-5BF7DA2157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0BFA93-51BC-61C6-D7C4-87D04AD406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6967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84EF8-917F-A910-06A3-4B4779341A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A1CACD-A4E4-149D-7B15-63996501F3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B2DFB-572F-D0E2-437C-95B677166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D5C56-B144-474B-B054-26C3ADEEBD63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96D6E-8C6C-4AF8-0FEA-661A66950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CED07-2FA2-9829-81FB-A43D01FB7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A4DA2-412F-45E3-8DFB-14457E760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782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7F663-2E39-CFCB-43A2-B2E7AF6ED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4E5B7-75A8-46A2-61E9-AEE6C3451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A60D04-867A-BA92-7776-488923C7C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D5C56-B144-474B-B054-26C3ADEEBD63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32F2C9-D788-4CF9-6FEC-9C488D77B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133F9-0B13-EFB7-0FBA-9D7BA2D84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A4DA2-412F-45E3-8DFB-14457E760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975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BD0E4-1FCB-8171-3F8A-C5F4DBD72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C378F-F899-FDCF-A4B9-7FF2230D73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1A56D-8316-83FD-0A19-79B5ECDA1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D5C56-B144-474B-B054-26C3ADEEBD63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9A83F-45B0-32D7-DCEB-0416A35F5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F142E-6DF3-A0D2-0AA0-091778161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A4DA2-412F-45E3-8DFB-14457E760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156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EFE8D-CD2D-93CD-EB27-2500602C0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6E806-5D55-2053-4395-443FC051AD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389A6E-0DF9-703C-62B0-2598992233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A40781-7FF6-E958-CAC0-206F53B20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D5C56-B144-474B-B054-26C3ADEEBD63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3AA6A1-DB5A-4FD2-5DA3-21460EC4E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3D47A4-1C0C-C998-EC01-3656AE2DF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A4DA2-412F-45E3-8DFB-14457E760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2931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69AC5-DF67-9C11-4BE4-8B02CDB7D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B159F0-E5C2-CC07-6BB0-0096E0228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FD7CF7-5260-F859-FDC5-5BD4F94922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B9F2F3-81D1-34D6-EBDB-1BAFFEDCD9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1314C3-E1E1-2729-9503-C5CDE6E703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D19328-C3AC-3F71-6C4C-1A04D2167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D5C56-B144-474B-B054-26C3ADEEBD63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A0730E-8184-1DBF-C6EA-A397A32D1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2FD854-CF16-2275-7D04-DB8C64859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A4DA2-412F-45E3-8DFB-14457E760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5008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EEB06-F327-670C-09A3-AD6064C57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9411FF-57DC-F958-202C-37BEB47D2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D5C56-B144-474B-B054-26C3ADEEBD63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FF40D9-0A56-1177-1070-299F22406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342CC3-6D54-8753-423F-9C4DE8D57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A4DA2-412F-45E3-8DFB-14457E760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2618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F25581-72FE-C667-ABD3-C08B2CC82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D5C56-B144-474B-B054-26C3ADEEBD63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EA44E2-E3E2-F15B-A45F-E2C5AFB81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46E06-9D2E-539B-6CCC-647D3C2C1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A4DA2-412F-45E3-8DFB-14457E760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2715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70FD8-13E6-AC13-56AA-95DA85678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DDA2C-54BE-1921-B6EC-D25E4D4F1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D5019C-F785-3D3A-64F4-C025195787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A31B4A-4322-0D07-18F7-1A9AEBD4C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D5C56-B144-474B-B054-26C3ADEEBD63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1F4D2C-19DB-4D90-54EE-ABEEDC2FB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254C69-A10D-113E-ACCC-7EEDD9A80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A4DA2-412F-45E3-8DFB-14457E760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0555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0E7CD-7ADE-4802-2537-95294AF1B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52FFE5-7EA6-535D-5237-B21F53FD49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A89154-CEB6-AACC-791F-217BB8D626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D2E46-D72B-1F86-01F5-D5F393E02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D5C56-B144-474B-B054-26C3ADEEBD63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7D1324-F7D5-242E-CFD1-FCBC01572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867943-0E33-15A8-8EF3-69BF9AC20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A4DA2-412F-45E3-8DFB-14457E760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8680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D167A-4BF6-9C51-BE4B-D790A635F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ECAE84-7431-938A-F84D-334F0DE6AD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B39E21-7D99-035B-4557-7FD88FB30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D5C56-B144-474B-B054-26C3ADEEBD63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A5204D-65BF-C506-2DC5-FC04148E2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0CC93-E8DA-DF7D-CE37-AC734A9E6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A4DA2-412F-45E3-8DFB-14457E760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4558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65E797-3D44-E522-166C-B0DFDC3DA3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480C14-B438-D88E-69E3-A244706C49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93F7A-8FFB-BA63-E1F5-B952097E8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D5C56-B144-474B-B054-26C3ADEEBD63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2025D-13B0-50FF-C09B-8338B3ABF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866A8-9A44-5DC9-41C5-0F9B2090F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A4DA2-412F-45E3-8DFB-14457E760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2513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4"/>
            <a:ext cx="5791200" cy="688022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3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452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3109D2-328A-383A-7DC5-403D80A15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AE42F8-BDD7-660B-7EBD-BC43C4A99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59867-2034-C922-7568-85BD4E3EBF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0D5C56-B144-474B-B054-26C3ADEEBD63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320A7-AFD5-7A3E-E6A7-6725CE27A5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2B7F7-7394-CCAB-A145-8A8DB5E7EB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2A4DA2-412F-45E3-8DFB-14457E760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243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google-developer-experts/bringing-multimodal-gemma-4-e2b-to-the-edge-a-deep-dive-into-litert-lm-and-qualcomm-qnn-4e1e06f3030c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google-developer-experts/bringing-multimodal-gemma-4-e2b-to-the-edge-a-deep-dive-into-litert-lm-and-qualcomm-qnn-4e1e06f3030c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google-developer-experts/bringing-multimodal-gemma-4-e2b-to-the-edge-a-deep-dive-into-litert-lm-and-qualcomm-qnn-4e1e06f3030c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medium.com/google-developer-experts/bringing-multimodal-gemma-4-e2b-to-the-edge-a-deep-dive-into-litert-lm-and-qualcomm-qnn-4e1e06f3030c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evelopers.googleblog.com/blazing-fast-on-device-genai-with-litert-lm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eepwiki.com/google-ai-edge/LiteRT-LM/3-architecture-overview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604.24636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904">
          <a:extLst>
            <a:ext uri="{FF2B5EF4-FFF2-40B4-BE49-F238E27FC236}">
              <a16:creationId xmlns:a16="http://schemas.microsoft.com/office/drawing/2014/main" id="{8EC4D705-A940-75FF-E0B9-E69E5FCB7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539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097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4">
          <a:extLst>
            <a:ext uri="{FF2B5EF4-FFF2-40B4-BE49-F238E27FC236}">
              <a16:creationId xmlns:a16="http://schemas.microsoft.com/office/drawing/2014/main" id="{B4C95A46-1DB1-751B-C5A9-494D4B951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92D83AE-BDC6-C287-B9F1-83B32591572A}"/>
              </a:ext>
            </a:extLst>
          </p:cNvPr>
          <p:cNvSpPr txBox="1"/>
          <p:nvPr/>
        </p:nvSpPr>
        <p:spPr>
          <a:xfrm>
            <a:off x="142783" y="6498001"/>
            <a:ext cx="119265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hlinkClick r:id="rId3"/>
              </a:rPr>
              <a:t>Bringing Multimodal Gemma 4 E2B to the Edge: A Deep Dive into </a:t>
            </a:r>
            <a:r>
              <a:rPr lang="en-IN" sz="1100" dirty="0" err="1">
                <a:hlinkClick r:id="rId3"/>
              </a:rPr>
              <a:t>LiteRT</a:t>
            </a:r>
            <a:r>
              <a:rPr lang="en-IN" sz="1100" dirty="0">
                <a:hlinkClick r:id="rId3"/>
              </a:rPr>
              <a:t>-LM and Qualcomm QNN | by Kartikey Rawat | Google Developer Experts | Medium</a:t>
            </a:r>
            <a:endParaRPr lang="en-IN" sz="11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8EF3C2-3A24-FFF4-2E6C-29CBB30DE7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2382" y="258866"/>
            <a:ext cx="7567316" cy="493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737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4">
          <a:extLst>
            <a:ext uri="{FF2B5EF4-FFF2-40B4-BE49-F238E27FC236}">
              <a16:creationId xmlns:a16="http://schemas.microsoft.com/office/drawing/2014/main" id="{495F18A7-8298-2738-240E-1A62950C9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4F86FBF-EF68-75E4-C40C-E231CC9FFE8E}"/>
              </a:ext>
            </a:extLst>
          </p:cNvPr>
          <p:cNvSpPr txBox="1"/>
          <p:nvPr/>
        </p:nvSpPr>
        <p:spPr>
          <a:xfrm>
            <a:off x="142783" y="6498001"/>
            <a:ext cx="119265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hlinkClick r:id="rId3"/>
              </a:rPr>
              <a:t>Bringing Multimodal Gemma 4 E2B to the Edge: A Deep Dive into </a:t>
            </a:r>
            <a:r>
              <a:rPr lang="en-IN" sz="1100" dirty="0" err="1">
                <a:hlinkClick r:id="rId3"/>
              </a:rPr>
              <a:t>LiteRT</a:t>
            </a:r>
            <a:r>
              <a:rPr lang="en-IN" sz="1100" dirty="0">
                <a:hlinkClick r:id="rId3"/>
              </a:rPr>
              <a:t>-LM and Qualcomm QNN | by Kartikey Rawat | Google Developer Experts | Medium</a:t>
            </a:r>
            <a:endParaRPr lang="en-IN" sz="11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8AE0E4-4378-0F89-3CF0-523CAE6F14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6110" y="201697"/>
            <a:ext cx="7605419" cy="5372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589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4">
          <a:extLst>
            <a:ext uri="{FF2B5EF4-FFF2-40B4-BE49-F238E27FC236}">
              <a16:creationId xmlns:a16="http://schemas.microsoft.com/office/drawing/2014/main" id="{5918C868-55DE-5A5A-9A86-9100AB319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B1ECE23-3113-FECD-68EE-E2DFB559BF83}"/>
              </a:ext>
            </a:extLst>
          </p:cNvPr>
          <p:cNvSpPr txBox="1"/>
          <p:nvPr/>
        </p:nvSpPr>
        <p:spPr>
          <a:xfrm>
            <a:off x="142783" y="6498001"/>
            <a:ext cx="119265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hlinkClick r:id="rId3"/>
              </a:rPr>
              <a:t>Bringing Multimodal Gemma 4 E2B to the Edge: A Deep Dive into </a:t>
            </a:r>
            <a:r>
              <a:rPr lang="en-IN" sz="1100" dirty="0" err="1">
                <a:hlinkClick r:id="rId3"/>
              </a:rPr>
              <a:t>LiteRT</a:t>
            </a:r>
            <a:r>
              <a:rPr lang="en-IN" sz="1100" dirty="0">
                <a:hlinkClick r:id="rId3"/>
              </a:rPr>
              <a:t>-LM and Qualcomm QNN | by Kartikey Rawat | Google Developer Experts | Medium</a:t>
            </a:r>
            <a:endParaRPr lang="en-IN" sz="11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913E45-55E5-69C1-B56D-8FFECC7019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3719" y="281716"/>
            <a:ext cx="7407282" cy="516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799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4">
          <a:extLst>
            <a:ext uri="{FF2B5EF4-FFF2-40B4-BE49-F238E27FC236}">
              <a16:creationId xmlns:a16="http://schemas.microsoft.com/office/drawing/2014/main" id="{315BC9BE-16AB-D794-6158-824415714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E08C59-8861-7DDF-292C-D62014C33871}"/>
              </a:ext>
            </a:extLst>
          </p:cNvPr>
          <p:cNvSpPr txBox="1"/>
          <p:nvPr/>
        </p:nvSpPr>
        <p:spPr>
          <a:xfrm>
            <a:off x="4699819" y="1610136"/>
            <a:ext cx="6282322" cy="1922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buFont typeface="+mj-lt"/>
              <a:buAutoNum type="arabicPeriod"/>
            </a:pPr>
            <a:r>
              <a:rPr lang="en-IN" sz="2400" b="1" dirty="0">
                <a:solidFill>
                  <a:srgbClr val="242424"/>
                </a:solidFill>
                <a:latin typeface="source-serif-pro"/>
              </a:rPr>
              <a:t> Self-Supervised</a:t>
            </a:r>
          </a:p>
          <a:p>
            <a:pPr>
              <a:lnSpc>
                <a:spcPts val="2400"/>
              </a:lnSpc>
              <a:buFont typeface="+mj-lt"/>
              <a:buAutoNum type="arabicPeriod"/>
            </a:pPr>
            <a:endParaRPr lang="en-IN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>
              <a:lnSpc>
                <a:spcPts val="2400"/>
              </a:lnSpc>
              <a:buNone/>
            </a:pPr>
            <a:r>
              <a:rPr lang="en-IN" sz="2400" b="1" i="0" dirty="0">
                <a:solidFill>
                  <a:srgbClr val="242424"/>
                </a:solidFill>
                <a:effectLst/>
                <a:latin typeface="source-serif-pro"/>
              </a:rPr>
              <a:t>2. </a:t>
            </a:r>
            <a:r>
              <a:rPr lang="en-IN" sz="2400" b="1" dirty="0">
                <a:solidFill>
                  <a:srgbClr val="242424"/>
                </a:solidFill>
                <a:latin typeface="source-serif-pro"/>
              </a:rPr>
              <a:t>Supervised</a:t>
            </a:r>
          </a:p>
          <a:p>
            <a:pPr>
              <a:lnSpc>
                <a:spcPts val="2400"/>
              </a:lnSpc>
              <a:buNone/>
            </a:pPr>
            <a:endParaRPr lang="en-IN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>
              <a:lnSpc>
                <a:spcPts val="2400"/>
              </a:lnSpc>
              <a:buNone/>
            </a:pPr>
            <a:r>
              <a:rPr lang="en-IN" sz="2400" b="1" i="0" dirty="0">
                <a:solidFill>
                  <a:srgbClr val="242424"/>
                </a:solidFill>
                <a:effectLst/>
                <a:latin typeface="source-serif-pro"/>
              </a:rPr>
              <a:t>3. </a:t>
            </a:r>
            <a:r>
              <a:rPr lang="en-IN" sz="2400" b="1" dirty="0">
                <a:solidFill>
                  <a:srgbClr val="242424"/>
                </a:solidFill>
                <a:latin typeface="source-serif-pro"/>
              </a:rPr>
              <a:t>Reinforcement Learning</a:t>
            </a:r>
          </a:p>
          <a:p>
            <a:pPr>
              <a:lnSpc>
                <a:spcPts val="2400"/>
              </a:lnSpc>
              <a:buNone/>
            </a:pPr>
            <a:endParaRPr lang="en-IN" b="0" i="0" dirty="0">
              <a:solidFill>
                <a:srgbClr val="242424"/>
              </a:solidFill>
              <a:effectLst/>
              <a:latin typeface="source-serif-pr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5BDA3F-175E-FEE2-7F64-195DE324A51F}"/>
              </a:ext>
            </a:extLst>
          </p:cNvPr>
          <p:cNvSpPr txBox="1"/>
          <p:nvPr/>
        </p:nvSpPr>
        <p:spPr>
          <a:xfrm>
            <a:off x="3585578" y="590574"/>
            <a:ext cx="7826478" cy="414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sz="4400" b="1" i="0" u="sng" dirty="0">
                <a:solidFill>
                  <a:srgbClr val="242424"/>
                </a:solidFill>
                <a:effectLst/>
                <a:latin typeface="sohne"/>
              </a:rPr>
              <a:t>3 Ways to Fine-Tune</a:t>
            </a:r>
            <a:endParaRPr lang="en-IN" sz="4400" b="1" i="0" u="sng" dirty="0">
              <a:solidFill>
                <a:srgbClr val="242424"/>
              </a:solidFill>
              <a:effectLst/>
              <a:latin typeface="sohne"/>
            </a:endParaRPr>
          </a:p>
        </p:txBody>
      </p:sp>
    </p:spTree>
    <p:extLst>
      <p:ext uri="{BB962C8B-B14F-4D97-AF65-F5344CB8AC3E}">
        <p14:creationId xmlns:p14="http://schemas.microsoft.com/office/powerpoint/2010/main" val="500499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904">
          <a:extLst>
            <a:ext uri="{FF2B5EF4-FFF2-40B4-BE49-F238E27FC236}">
              <a16:creationId xmlns:a16="http://schemas.microsoft.com/office/drawing/2014/main" id="{4DB0CF79-81F7-905A-B4A1-E657A2CC2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C1E5815-D54C-487F-A054-6D4930ADE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B02FCC-EFF6-E64D-965A-A47D4A5DE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920" y="384388"/>
            <a:ext cx="9208372" cy="5571066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067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904">
          <a:extLst>
            <a:ext uri="{FF2B5EF4-FFF2-40B4-BE49-F238E27FC236}">
              <a16:creationId xmlns:a16="http://schemas.microsoft.com/office/drawing/2014/main" id="{19E4B6A3-2F07-0123-CF73-F4AA9B401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ECF44B5-0A69-DD6A-07C2-E1C5A6CA2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F0DE4F0-07DC-51A8-C46B-64410627E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B639B4-4078-423C-8838-7795AEE35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938" y="258888"/>
            <a:ext cx="7658764" cy="4419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708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904">
          <a:extLst>
            <a:ext uri="{FF2B5EF4-FFF2-40B4-BE49-F238E27FC236}">
              <a16:creationId xmlns:a16="http://schemas.microsoft.com/office/drawing/2014/main" id="{8BA62799-5581-ABC1-7EE6-A8FCC4FA8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E7E7336-5626-F63F-0EBD-6B4FA0B64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E37F9B5-F677-9D30-5D4A-02305159B5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BCD9D6-7691-D0AA-E658-1CD1A66E4E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5074" y="136921"/>
            <a:ext cx="7750212" cy="5502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207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904">
          <a:extLst>
            <a:ext uri="{FF2B5EF4-FFF2-40B4-BE49-F238E27FC236}">
              <a16:creationId xmlns:a16="http://schemas.microsoft.com/office/drawing/2014/main" id="{BA03D3D3-06DB-510C-BA79-2B008CDBC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CE51502-E9EA-E38C-FEF4-637CEA304E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A8EBD32-BB8C-08EB-1867-3B4998688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717839-DA4B-8102-BD58-AA074671DF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062" y="197893"/>
            <a:ext cx="7788315" cy="5227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113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904">
          <a:extLst>
            <a:ext uri="{FF2B5EF4-FFF2-40B4-BE49-F238E27FC236}">
              <a16:creationId xmlns:a16="http://schemas.microsoft.com/office/drawing/2014/main" id="{D3A8ECEE-8071-880C-6663-D8A006CC0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81B8BA-EF52-C6B8-D0CB-9120CC2A7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1467" y="230835"/>
            <a:ext cx="7244993" cy="5089609"/>
          </a:xfrm>
          <a:prstGeom prst="rect">
            <a:avLst/>
          </a:prstGeom>
          <a:ln>
            <a:noFill/>
          </a:ln>
        </p:spPr>
      </p:pic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944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904">
          <a:extLst>
            <a:ext uri="{FF2B5EF4-FFF2-40B4-BE49-F238E27FC236}">
              <a16:creationId xmlns:a16="http://schemas.microsoft.com/office/drawing/2014/main" id="{E2EB65E5-22A1-DCB4-F681-D69470B72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6A7736B-C05B-78BB-7D60-6E30F14B30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9F18497-2BC7-E463-A543-69B4CFD49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29048B7-A542-51E5-FDF9-35922E6941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CD7556C-538B-63FD-98E5-39E02C8C5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614FA68-0A94-6E25-4816-CF0218A5D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61213C2C-EC25-B1B5-D7DC-74C3357434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BFA3B4-FAAA-1534-FFE0-F8A095DE9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1467" y="230835"/>
            <a:ext cx="7244993" cy="5089609"/>
          </a:xfrm>
          <a:prstGeom prst="rect">
            <a:avLst/>
          </a:prstGeom>
          <a:ln>
            <a:noFill/>
          </a:ln>
        </p:spPr>
      </p:pic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917181A6-E228-84B6-37A7-A14A57395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757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904">
          <a:extLst>
            <a:ext uri="{FF2B5EF4-FFF2-40B4-BE49-F238E27FC236}">
              <a16:creationId xmlns:a16="http://schemas.microsoft.com/office/drawing/2014/main" id="{95D27F1F-3CBA-DC57-EB9C-9C1A062BA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A57888B-01F1-38FF-09EE-BEAE27BBE5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FD941A4-866A-5B47-AD30-367661665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873EE47-BADF-EB9D-8FBE-9CC840A27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CEEBF8-10AA-08CE-3930-134D1F695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91E911E-6334-1560-9649-D4F436C6D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13C7827A-5BB5-B1A7-02A5-BA22BF53C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092D5003-3A10-D366-3FC6-402DD67BAB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B7F7AB-AED2-F654-00B5-26E2C50A2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081" y="1115845"/>
            <a:ext cx="9532153" cy="4626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6374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904">
          <a:extLst>
            <a:ext uri="{FF2B5EF4-FFF2-40B4-BE49-F238E27FC236}">
              <a16:creationId xmlns:a16="http://schemas.microsoft.com/office/drawing/2014/main" id="{2CCB481E-E6B8-B3CC-2438-ECC0E8B5A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7C1E5815-D54C-487F-A054-6D4930ADE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F111B28-50E1-06ED-5465-E18FC2687F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905528"/>
              </p:ext>
            </p:extLst>
          </p:nvPr>
        </p:nvGraphicFramePr>
        <p:xfrm>
          <a:off x="747993" y="1127986"/>
          <a:ext cx="8712510" cy="4602027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2517669">
                  <a:extLst>
                    <a:ext uri="{9D8B030D-6E8A-4147-A177-3AD203B41FA5}">
                      <a16:colId xmlns:a16="http://schemas.microsoft.com/office/drawing/2014/main" val="2779738739"/>
                    </a:ext>
                  </a:extLst>
                </a:gridCol>
                <a:gridCol w="3045199">
                  <a:extLst>
                    <a:ext uri="{9D8B030D-6E8A-4147-A177-3AD203B41FA5}">
                      <a16:colId xmlns:a16="http://schemas.microsoft.com/office/drawing/2014/main" val="3628066386"/>
                    </a:ext>
                  </a:extLst>
                </a:gridCol>
                <a:gridCol w="3149642">
                  <a:extLst>
                    <a:ext uri="{9D8B030D-6E8A-4147-A177-3AD203B41FA5}">
                      <a16:colId xmlns:a16="http://schemas.microsoft.com/office/drawing/2014/main" val="810017837"/>
                    </a:ext>
                  </a:extLst>
                </a:gridCol>
              </a:tblGrid>
              <a:tr h="181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Framework</a:t>
                      </a:r>
                    </a:p>
                  </a:txBody>
                  <a:tcPr marL="62558" marR="62558" marT="31279" marB="31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Maker</a:t>
                      </a:r>
                    </a:p>
                  </a:txBody>
                  <a:tcPr marL="62558" marR="62558" marT="31279" marB="31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Notes</a:t>
                      </a:r>
                    </a:p>
                  </a:txBody>
                  <a:tcPr marL="62558" marR="62558" marT="31279" marB="31279" anchor="ctr"/>
                </a:tc>
                <a:extLst>
                  <a:ext uri="{0D108BD9-81ED-4DB2-BD59-A6C34878D82A}">
                    <a16:rowId xmlns:a16="http://schemas.microsoft.com/office/drawing/2014/main" val="4146807466"/>
                  </a:ext>
                </a:extLst>
              </a:tr>
              <a:tr h="4849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ONNX Runtime (ORT) / ORT Mobile</a:t>
                      </a:r>
                      <a:endParaRPr lang="en-IN" sz="1200"/>
                    </a:p>
                  </a:txBody>
                  <a:tcPr marL="62558" marR="62558" marT="31279" marB="31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Microsoft + community</a:t>
                      </a:r>
                    </a:p>
                  </a:txBody>
                  <a:tcPr marL="62558" marR="62558" marT="31279" marB="31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Cross-framework, runs ONNX models on mobile/edge</a:t>
                      </a:r>
                    </a:p>
                  </a:txBody>
                  <a:tcPr marL="62558" marR="62558" marT="31279" marB="31279" anchor="ctr"/>
                </a:tc>
                <a:extLst>
                  <a:ext uri="{0D108BD9-81ED-4DB2-BD59-A6C34878D82A}">
                    <a16:rowId xmlns:a16="http://schemas.microsoft.com/office/drawing/2014/main" val="3839688791"/>
                  </a:ext>
                </a:extLst>
              </a:tr>
              <a:tr h="4849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PyTorch Mobile / ExecuTorch</a:t>
                      </a:r>
                      <a:endParaRPr lang="en-IN" sz="1200"/>
                    </a:p>
                  </a:txBody>
                  <a:tcPr marL="62558" marR="62558" marT="31279" marB="31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Meta</a:t>
                      </a:r>
                    </a:p>
                  </a:txBody>
                  <a:tcPr marL="62558" marR="62558" marT="31279" marB="31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ExecuTorch is Meta's newer, more actively developed edge runtime</a:t>
                      </a:r>
                    </a:p>
                  </a:txBody>
                  <a:tcPr marL="62558" marR="62558" marT="31279" marB="31279" anchor="ctr"/>
                </a:tc>
                <a:extLst>
                  <a:ext uri="{0D108BD9-81ED-4DB2-BD59-A6C34878D82A}">
                    <a16:rowId xmlns:a16="http://schemas.microsoft.com/office/drawing/2014/main" val="266410052"/>
                  </a:ext>
                </a:extLst>
              </a:tr>
              <a:tr h="4849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Core ML</a:t>
                      </a:r>
                      <a:endParaRPr lang="en-IN" sz="1200"/>
                    </a:p>
                  </a:txBody>
                  <a:tcPr marL="62558" marR="62558" marT="31279" marB="31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Apple</a:t>
                      </a:r>
                    </a:p>
                  </a:txBody>
                  <a:tcPr marL="62558" marR="62558" marT="31279" marB="31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Apple-only, deeply integrated with iOS/macOS hardware acceleration</a:t>
                      </a:r>
                    </a:p>
                  </a:txBody>
                  <a:tcPr marL="62558" marR="62558" marT="31279" marB="31279" anchor="ctr"/>
                </a:tc>
                <a:extLst>
                  <a:ext uri="{0D108BD9-81ED-4DB2-BD59-A6C34878D82A}">
                    <a16:rowId xmlns:a16="http://schemas.microsoft.com/office/drawing/2014/main" val="2477339389"/>
                  </a:ext>
                </a:extLst>
              </a:tr>
              <a:tr h="2945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NCNN</a:t>
                      </a:r>
                      <a:endParaRPr lang="en-IN" sz="1200"/>
                    </a:p>
                  </a:txBody>
                  <a:tcPr marL="62558" marR="62558" marT="31279" marB="31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Tencent</a:t>
                      </a:r>
                    </a:p>
                  </a:txBody>
                  <a:tcPr marL="62558" marR="62558" marT="31279" marB="31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Lightweight, popular for mobile CV apps</a:t>
                      </a:r>
                    </a:p>
                  </a:txBody>
                  <a:tcPr marL="62558" marR="62558" marT="31279" marB="31279" anchor="ctr"/>
                </a:tc>
                <a:extLst>
                  <a:ext uri="{0D108BD9-81ED-4DB2-BD59-A6C34878D82A}">
                    <a16:rowId xmlns:a16="http://schemas.microsoft.com/office/drawing/2014/main" val="3892447084"/>
                  </a:ext>
                </a:extLst>
              </a:tr>
              <a:tr h="4849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MNN</a:t>
                      </a:r>
                      <a:endParaRPr lang="en-IN" sz="1200"/>
                    </a:p>
                  </a:txBody>
                  <a:tcPr marL="62558" marR="62558" marT="31279" marB="31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Alibaba</a:t>
                      </a:r>
                    </a:p>
                  </a:txBody>
                  <a:tcPr marL="62558" marR="62558" marT="31279" marB="31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Mobile-focused, good for CV and some LLM inference</a:t>
                      </a:r>
                    </a:p>
                  </a:txBody>
                  <a:tcPr marL="62558" marR="62558" marT="31279" marB="31279" anchor="ctr"/>
                </a:tc>
                <a:extLst>
                  <a:ext uri="{0D108BD9-81ED-4DB2-BD59-A6C34878D82A}">
                    <a16:rowId xmlns:a16="http://schemas.microsoft.com/office/drawing/2014/main" val="725532536"/>
                  </a:ext>
                </a:extLst>
              </a:tr>
              <a:tr h="4849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llama.cpp / GGML</a:t>
                      </a:r>
                      <a:endParaRPr lang="en-IN" sz="1200"/>
                    </a:p>
                  </a:txBody>
                  <a:tcPr marL="62558" marR="62558" marT="31279" marB="31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Community (Georgi Gerganov)</a:t>
                      </a:r>
                    </a:p>
                  </a:txBody>
                  <a:tcPr marL="62558" marR="62558" marT="31279" marB="31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Dominant for running LLMs (GGUF format) on CPU/edge devices</a:t>
                      </a:r>
                    </a:p>
                  </a:txBody>
                  <a:tcPr marL="62558" marR="62558" marT="31279" marB="31279" anchor="ctr"/>
                </a:tc>
                <a:extLst>
                  <a:ext uri="{0D108BD9-81ED-4DB2-BD59-A6C34878D82A}">
                    <a16:rowId xmlns:a16="http://schemas.microsoft.com/office/drawing/2014/main" val="880795945"/>
                  </a:ext>
                </a:extLst>
              </a:tr>
              <a:tr h="4849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MLC-LLM</a:t>
                      </a:r>
                      <a:endParaRPr lang="en-IN" sz="1200"/>
                    </a:p>
                  </a:txBody>
                  <a:tcPr marL="62558" marR="62558" marT="31279" marB="31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MLC.ai</a:t>
                      </a:r>
                    </a:p>
                  </a:txBody>
                  <a:tcPr marL="62558" marR="62558" marT="31279" marB="31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Compiles LLMs for GPU/mobile/edge across many backends</a:t>
                      </a:r>
                    </a:p>
                  </a:txBody>
                  <a:tcPr marL="62558" marR="62558" marT="31279" marB="31279" anchor="ctr"/>
                </a:tc>
                <a:extLst>
                  <a:ext uri="{0D108BD9-81ED-4DB2-BD59-A6C34878D82A}">
                    <a16:rowId xmlns:a16="http://schemas.microsoft.com/office/drawing/2014/main" val="2062678773"/>
                  </a:ext>
                </a:extLst>
              </a:tr>
              <a:tr h="4849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OpenVINO</a:t>
                      </a:r>
                      <a:endParaRPr lang="en-IN" sz="1200"/>
                    </a:p>
                  </a:txBody>
                  <a:tcPr marL="62558" marR="62558" marT="31279" marB="31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Intel</a:t>
                      </a:r>
                    </a:p>
                  </a:txBody>
                  <a:tcPr marL="62558" marR="62558" marT="31279" marB="31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Optimized for Intel CPUs/GPUs/VPUs, edge and server</a:t>
                      </a:r>
                    </a:p>
                  </a:txBody>
                  <a:tcPr marL="62558" marR="62558" marT="31279" marB="31279" anchor="ctr"/>
                </a:tc>
                <a:extLst>
                  <a:ext uri="{0D108BD9-81ED-4DB2-BD59-A6C34878D82A}">
                    <a16:rowId xmlns:a16="http://schemas.microsoft.com/office/drawing/2014/main" val="2320501662"/>
                  </a:ext>
                </a:extLst>
              </a:tr>
              <a:tr h="4849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Qualcomm AI Engine / QNN</a:t>
                      </a:r>
                      <a:endParaRPr lang="en-IN" sz="1200"/>
                    </a:p>
                  </a:txBody>
                  <a:tcPr marL="62558" marR="62558" marT="31279" marB="31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Qualcomm</a:t>
                      </a:r>
                    </a:p>
                  </a:txBody>
                  <a:tcPr marL="62558" marR="62558" marT="31279" marB="31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Hardware-specific, tuned for Snapdragon NPUs</a:t>
                      </a:r>
                    </a:p>
                  </a:txBody>
                  <a:tcPr marL="62558" marR="62558" marT="31279" marB="31279" anchor="ctr"/>
                </a:tc>
                <a:extLst>
                  <a:ext uri="{0D108BD9-81ED-4DB2-BD59-A6C34878D82A}">
                    <a16:rowId xmlns:a16="http://schemas.microsoft.com/office/drawing/2014/main" val="2075953067"/>
                  </a:ext>
                </a:extLst>
              </a:tr>
            </a:tbl>
          </a:graphicData>
        </a:graphic>
      </p:graphicFrame>
      <p:sp>
        <p:nvSpPr>
          <p:cNvPr id="8" name="Google Shape;2905;p606">
            <a:extLst>
              <a:ext uri="{FF2B5EF4-FFF2-40B4-BE49-F238E27FC236}">
                <a16:creationId xmlns:a16="http://schemas.microsoft.com/office/drawing/2014/main" id="{D4A6F100-37CA-95AE-91E5-00CB159C7ADB}"/>
              </a:ext>
            </a:extLst>
          </p:cNvPr>
          <p:cNvSpPr txBox="1"/>
          <p:nvPr/>
        </p:nvSpPr>
        <p:spPr>
          <a:xfrm>
            <a:off x="2916571" y="115633"/>
            <a:ext cx="4375354" cy="89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5067" b="1" dirty="0">
                <a:latin typeface="Helvetica Neue"/>
                <a:ea typeface="Helvetica Neue"/>
                <a:cs typeface="Helvetica Neue"/>
                <a:sym typeface="Helvetica Neue"/>
              </a:rPr>
              <a:t>Frameworks</a:t>
            </a:r>
            <a:endParaRPr sz="5067" b="1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252192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4">
          <a:extLst>
            <a:ext uri="{FF2B5EF4-FFF2-40B4-BE49-F238E27FC236}">
              <a16:creationId xmlns:a16="http://schemas.microsoft.com/office/drawing/2014/main" id="{E10464BC-B108-B62E-447B-1484F68F7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5" name="Google Shape;2905;p606">
            <a:extLst>
              <a:ext uri="{FF2B5EF4-FFF2-40B4-BE49-F238E27FC236}">
                <a16:creationId xmlns:a16="http://schemas.microsoft.com/office/drawing/2014/main" id="{7A04933E-40C7-85DA-49A6-876545426D43}"/>
              </a:ext>
            </a:extLst>
          </p:cNvPr>
          <p:cNvSpPr txBox="1"/>
          <p:nvPr/>
        </p:nvSpPr>
        <p:spPr>
          <a:xfrm>
            <a:off x="7973963" y="2397086"/>
            <a:ext cx="4375354" cy="89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5067" b="1" dirty="0" err="1">
                <a:latin typeface="Helvetica Neue"/>
                <a:ea typeface="Helvetica Neue"/>
                <a:cs typeface="Helvetica Neue"/>
                <a:sym typeface="Helvetica Neue"/>
              </a:rPr>
              <a:t>LiteRT</a:t>
            </a:r>
            <a:endParaRPr sz="5067" b="1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4E0154-592E-7BA6-AFB7-A41243801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116" y="264548"/>
            <a:ext cx="5092413" cy="60585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9225440-26A9-F97C-28AC-175100207770}"/>
              </a:ext>
            </a:extLst>
          </p:cNvPr>
          <p:cNvSpPr txBox="1"/>
          <p:nvPr/>
        </p:nvSpPr>
        <p:spPr>
          <a:xfrm>
            <a:off x="142783" y="6498001"/>
            <a:ext cx="119265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hlinkClick r:id="rId4"/>
              </a:rPr>
              <a:t>Bringing Multimodal Gemma 4 E2B to the Edge: A Deep Dive into </a:t>
            </a:r>
            <a:r>
              <a:rPr lang="en-IN" sz="1100" dirty="0" err="1">
                <a:hlinkClick r:id="rId4"/>
              </a:rPr>
              <a:t>LiteRT</a:t>
            </a:r>
            <a:r>
              <a:rPr lang="en-IN" sz="1100" dirty="0">
                <a:hlinkClick r:id="rId4"/>
              </a:rPr>
              <a:t>-LM and Qualcomm QNN | by Kartikey Rawat | Google Developer Experts | Medium</a:t>
            </a: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28091711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4">
          <a:extLst>
            <a:ext uri="{FF2B5EF4-FFF2-40B4-BE49-F238E27FC236}">
              <a16:creationId xmlns:a16="http://schemas.microsoft.com/office/drawing/2014/main" id="{2E2C74C7-13AA-C758-ED7C-11557137E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5996D49-81D2-0904-7905-B8C5E621C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138" y="1777368"/>
            <a:ext cx="9045724" cy="41685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DA35CC-2961-B463-93E6-0FE34EC6113E}"/>
              </a:ext>
            </a:extLst>
          </p:cNvPr>
          <p:cNvSpPr txBox="1"/>
          <p:nvPr/>
        </p:nvSpPr>
        <p:spPr>
          <a:xfrm>
            <a:off x="142783" y="6498001"/>
            <a:ext cx="119265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hlinkClick r:id="rId4"/>
              </a:rPr>
              <a:t>Blazing fast on-device GenAI with </a:t>
            </a:r>
            <a:r>
              <a:rPr lang="en-IN" sz="1100" dirty="0" err="1">
                <a:hlinkClick r:id="rId4"/>
              </a:rPr>
              <a:t>LiteRT</a:t>
            </a:r>
            <a:r>
              <a:rPr lang="en-IN" sz="1100" dirty="0">
                <a:hlinkClick r:id="rId4"/>
              </a:rPr>
              <a:t>-LM - Google Developers Blog</a:t>
            </a:r>
            <a:endParaRPr lang="en-IN" sz="1100" dirty="0"/>
          </a:p>
        </p:txBody>
      </p:sp>
      <p:sp>
        <p:nvSpPr>
          <p:cNvPr id="10" name="Google Shape;2905;p606">
            <a:extLst>
              <a:ext uri="{FF2B5EF4-FFF2-40B4-BE49-F238E27FC236}">
                <a16:creationId xmlns:a16="http://schemas.microsoft.com/office/drawing/2014/main" id="{4C687F2D-9768-4498-A531-1F12DA2EBF6C}"/>
              </a:ext>
            </a:extLst>
          </p:cNvPr>
          <p:cNvSpPr txBox="1"/>
          <p:nvPr/>
        </p:nvSpPr>
        <p:spPr>
          <a:xfrm>
            <a:off x="2517059" y="361596"/>
            <a:ext cx="7157882" cy="141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IN" sz="4000" b="1" dirty="0" err="1"/>
              <a:t>LiteRT</a:t>
            </a:r>
            <a:r>
              <a:rPr lang="en-IN" sz="4000" b="1" dirty="0"/>
              <a:t>-LM prefill and decode performance</a:t>
            </a:r>
            <a:endParaRPr sz="4000" b="1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3916881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4">
          <a:extLst>
            <a:ext uri="{FF2B5EF4-FFF2-40B4-BE49-F238E27FC236}">
              <a16:creationId xmlns:a16="http://schemas.microsoft.com/office/drawing/2014/main" id="{35EF8195-480A-BF4F-C11D-9C9B02658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63A013-C08B-9CDD-C4BE-8A06138DC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336" y="314730"/>
            <a:ext cx="8576684" cy="6415451"/>
          </a:xfrm>
          <a:prstGeom prst="rect">
            <a:avLst/>
          </a:prstGeom>
        </p:spPr>
      </p:pic>
      <p:sp>
        <p:nvSpPr>
          <p:cNvPr id="6" name="Google Shape;2905;p606">
            <a:extLst>
              <a:ext uri="{FF2B5EF4-FFF2-40B4-BE49-F238E27FC236}">
                <a16:creationId xmlns:a16="http://schemas.microsoft.com/office/drawing/2014/main" id="{E26D3D2B-A42A-A8E9-DFE7-AC0DE50F747C}"/>
              </a:ext>
            </a:extLst>
          </p:cNvPr>
          <p:cNvSpPr txBox="1"/>
          <p:nvPr/>
        </p:nvSpPr>
        <p:spPr>
          <a:xfrm>
            <a:off x="8819537" y="1565927"/>
            <a:ext cx="2625212" cy="3539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IN" sz="4000" b="1" dirty="0"/>
              <a:t>Summary of on-device LLMs’ evolution</a:t>
            </a:r>
            <a:endParaRPr sz="4000" b="1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9736955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4">
          <a:extLst>
            <a:ext uri="{FF2B5EF4-FFF2-40B4-BE49-F238E27FC236}">
              <a16:creationId xmlns:a16="http://schemas.microsoft.com/office/drawing/2014/main" id="{E37E16C7-B92C-C257-2F7C-46A7A0A9D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2EEDBD-DF7B-55D1-CD5A-6E4C79EC4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849" y="1094689"/>
            <a:ext cx="11304396" cy="46686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155031-FFB3-B597-3876-8135C5EF4822}"/>
              </a:ext>
            </a:extLst>
          </p:cNvPr>
          <p:cNvSpPr txBox="1"/>
          <p:nvPr/>
        </p:nvSpPr>
        <p:spPr>
          <a:xfrm>
            <a:off x="142783" y="6498001"/>
            <a:ext cx="119265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hlinkClick r:id="rId4"/>
              </a:rPr>
              <a:t>Architecture Overview | google-ai-edge/</a:t>
            </a:r>
            <a:r>
              <a:rPr lang="en-IN" sz="1100" dirty="0" err="1">
                <a:hlinkClick r:id="rId4"/>
              </a:rPr>
              <a:t>LiteRT</a:t>
            </a:r>
            <a:r>
              <a:rPr lang="en-IN" sz="1100" dirty="0">
                <a:hlinkClick r:id="rId4"/>
              </a:rPr>
              <a:t>-LM | </a:t>
            </a:r>
            <a:r>
              <a:rPr lang="en-IN" sz="1100" dirty="0" err="1">
                <a:hlinkClick r:id="rId4"/>
              </a:rPr>
              <a:t>DeepWiki</a:t>
            </a:r>
            <a:endParaRPr lang="en-IN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020DFB-F341-D450-1F63-53B6F6194621}"/>
              </a:ext>
            </a:extLst>
          </p:cNvPr>
          <p:cNvSpPr txBox="1"/>
          <p:nvPr/>
        </p:nvSpPr>
        <p:spPr>
          <a:xfrm>
            <a:off x="2861188" y="98389"/>
            <a:ext cx="6096000" cy="759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4000" b="1" dirty="0" err="1"/>
              <a:t>LiteRT</a:t>
            </a:r>
            <a:r>
              <a:rPr lang="en-US" sz="4000" b="1" dirty="0"/>
              <a:t>-Architecture</a:t>
            </a:r>
            <a:endParaRPr lang="en-US" sz="4000" b="1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8969542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4">
          <a:extLst>
            <a:ext uri="{FF2B5EF4-FFF2-40B4-BE49-F238E27FC236}">
              <a16:creationId xmlns:a16="http://schemas.microsoft.com/office/drawing/2014/main" id="{2DE43FCC-F40D-AC54-59A7-2880D4D56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EE05DF7-CC84-A803-536C-283489950A3E}"/>
              </a:ext>
            </a:extLst>
          </p:cNvPr>
          <p:cNvSpPr txBox="1"/>
          <p:nvPr/>
        </p:nvSpPr>
        <p:spPr>
          <a:xfrm>
            <a:off x="142783" y="6498001"/>
            <a:ext cx="119265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hlinkClick r:id="rId3"/>
              </a:rPr>
              <a:t>Less Is More: Engineering Challenges of On-Device Small Language Model Integration in a Mobile Application</a:t>
            </a:r>
            <a:endParaRPr lang="en-IN" sz="11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69870D-A9C0-F5DD-C602-DD30B4E6D6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403" y="1183827"/>
            <a:ext cx="4714515" cy="20878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30A2C8-445F-36E1-9698-9D45DCA0B3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4263" y="4031379"/>
            <a:ext cx="7707737" cy="14803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F1E94B0-C979-D52F-FAB4-D3ED0E235F7F}"/>
              </a:ext>
            </a:extLst>
          </p:cNvPr>
          <p:cNvSpPr txBox="1"/>
          <p:nvPr/>
        </p:nvSpPr>
        <p:spPr>
          <a:xfrm>
            <a:off x="589936" y="98389"/>
            <a:ext cx="6096000" cy="759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4000" b="1" dirty="0" err="1">
                <a:latin typeface="Helvetica Neue"/>
                <a:ea typeface="Helvetica Neue"/>
                <a:cs typeface="Helvetica Neue"/>
                <a:sym typeface="Helvetica Neue"/>
              </a:rPr>
              <a:t>OpenSource</a:t>
            </a:r>
            <a:r>
              <a:rPr lang="en-US" sz="4000" b="1" dirty="0">
                <a:latin typeface="Helvetica Neue"/>
                <a:ea typeface="Helvetica Neue"/>
                <a:cs typeface="Helvetica Neue"/>
                <a:sym typeface="Helvetica Neue"/>
              </a:rPr>
              <a:t> Model Size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03A46D-040A-E36C-CCE3-273D5946DC0B}"/>
              </a:ext>
            </a:extLst>
          </p:cNvPr>
          <p:cNvSpPr txBox="1"/>
          <p:nvPr/>
        </p:nvSpPr>
        <p:spPr>
          <a:xfrm>
            <a:off x="5270091" y="3271684"/>
            <a:ext cx="6096000" cy="759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4000" b="1" dirty="0" err="1">
                <a:latin typeface="Helvetica Neue"/>
                <a:ea typeface="Helvetica Neue"/>
                <a:cs typeface="Helvetica Neue"/>
                <a:sym typeface="Helvetica Neue"/>
              </a:rPr>
              <a:t>BenchMark</a:t>
            </a:r>
            <a:endParaRPr lang="en-US" sz="4000" b="1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7374545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4">
          <a:extLst>
            <a:ext uri="{FF2B5EF4-FFF2-40B4-BE49-F238E27FC236}">
              <a16:creationId xmlns:a16="http://schemas.microsoft.com/office/drawing/2014/main" id="{884DA64C-92AB-FF87-2A09-3367385FF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3D891F-D724-3014-C732-7EB4604657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737" y="3429000"/>
            <a:ext cx="6348010" cy="32464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EDC4D0F-57D9-5B11-907C-317EB39DEC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7747" y="518493"/>
            <a:ext cx="4810929" cy="3030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7707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4">
          <a:extLst>
            <a:ext uri="{FF2B5EF4-FFF2-40B4-BE49-F238E27FC236}">
              <a16:creationId xmlns:a16="http://schemas.microsoft.com/office/drawing/2014/main" id="{B5587A6C-C04B-0E57-300E-0C6526A1C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84F384-F20F-17B8-3848-803AF94DB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105" y="913474"/>
            <a:ext cx="4823878" cy="43437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255703-6651-0990-59FD-5AB0DE0837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2055" y="333066"/>
            <a:ext cx="2072820" cy="570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7029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4">
          <a:extLst>
            <a:ext uri="{FF2B5EF4-FFF2-40B4-BE49-F238E27FC236}">
              <a16:creationId xmlns:a16="http://schemas.microsoft.com/office/drawing/2014/main" id="{F08E413A-1752-BFB1-5172-C40DAE7F9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C3DE1A-7F38-5305-1825-D0BD6C5B8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422" y="898334"/>
            <a:ext cx="5959356" cy="20575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53F28A-746E-71E0-6302-FC57AC5B3E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5950" y="3429000"/>
            <a:ext cx="8725656" cy="268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8852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8A8AE-771E-39E7-B53B-6BBAC9030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1164D58-0B95-EBC3-48B7-E0EDCF3FFC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41575" y="460267"/>
            <a:ext cx="5486400" cy="329184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4" name="Picture 3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57F988D6-F8E3-EE1C-7633-3EC8C15F8E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645" y="170775"/>
            <a:ext cx="6410923" cy="64109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20CB579-4AF9-462A-5CAA-66769CD3B06F}"/>
              </a:ext>
            </a:extLst>
          </p:cNvPr>
          <p:cNvSpPr txBox="1"/>
          <p:nvPr/>
        </p:nvSpPr>
        <p:spPr>
          <a:xfrm>
            <a:off x="8045050" y="5084495"/>
            <a:ext cx="19866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CONNECT ME HERE</a:t>
            </a:r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974A073A-9988-5CC8-6073-973A2CB353EB}"/>
              </a:ext>
            </a:extLst>
          </p:cNvPr>
          <p:cNvCxnSpPr>
            <a:cxnSpLocks/>
          </p:cNvCxnSpPr>
          <p:nvPr/>
        </p:nvCxnSpPr>
        <p:spPr>
          <a:xfrm rot="10800000">
            <a:off x="6867997" y="4661687"/>
            <a:ext cx="1100147" cy="1004211"/>
          </a:xfrm>
          <a:prstGeom prst="curved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  <a:effectLst>
            <a:outerShdw blurRad="107950" dist="12700" dir="5400000" algn="ctr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3129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1271</TotalTime>
  <Words>314</Words>
  <Application>Microsoft Office PowerPoint</Application>
  <PresentationFormat>Widescreen</PresentationFormat>
  <Paragraphs>53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Aptos</vt:lpstr>
      <vt:lpstr>Aptos Display</vt:lpstr>
      <vt:lpstr>Arial</vt:lpstr>
      <vt:lpstr>Helvetica Neue</vt:lpstr>
      <vt:lpstr>sohne</vt:lpstr>
      <vt:lpstr>source-serif-pro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Aakash Dhakshnamoorthy</dc:creator>
  <cp:lastModifiedBy>Aakash Dhakshnamoorthy</cp:lastModifiedBy>
  <cp:revision>2</cp:revision>
  <dcterms:created xsi:type="dcterms:W3CDTF">2026-05-22T14:20:53Z</dcterms:created>
  <dcterms:modified xsi:type="dcterms:W3CDTF">2026-07-23T18:40:29Z</dcterms:modified>
</cp:coreProperties>
</file>